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1308" r:id="rId2"/>
    <p:sldId id="1267" r:id="rId3"/>
    <p:sldId id="385" r:id="rId4"/>
    <p:sldId id="1061" r:id="rId5"/>
    <p:sldId id="1292" r:id="rId6"/>
    <p:sldId id="1293" r:id="rId7"/>
    <p:sldId id="496" r:id="rId8"/>
    <p:sldId id="1295" r:id="rId9"/>
    <p:sldId id="1310" r:id="rId10"/>
    <p:sldId id="1311" r:id="rId11"/>
    <p:sldId id="1312" r:id="rId12"/>
    <p:sldId id="1313" r:id="rId13"/>
    <p:sldId id="505" r:id="rId14"/>
    <p:sldId id="1309" r:id="rId15"/>
    <p:sldId id="1296" r:id="rId16"/>
    <p:sldId id="1291" r:id="rId17"/>
    <p:sldId id="1241" r:id="rId18"/>
    <p:sldId id="1242" r:id="rId19"/>
    <p:sldId id="1243" r:id="rId20"/>
    <p:sldId id="1307" r:id="rId21"/>
    <p:sldId id="1247" r:id="rId22"/>
    <p:sldId id="1249" r:id="rId23"/>
    <p:sldId id="1251" r:id="rId24"/>
    <p:sldId id="1255" r:id="rId25"/>
    <p:sldId id="1258" r:id="rId26"/>
    <p:sldId id="1279" r:id="rId27"/>
    <p:sldId id="1280" r:id="rId28"/>
    <p:sldId id="1281" r:id="rId29"/>
    <p:sldId id="1282" r:id="rId30"/>
    <p:sldId id="1287" r:id="rId31"/>
    <p:sldId id="1288" r:id="rId32"/>
    <p:sldId id="1290" r:id="rId33"/>
    <p:sldId id="1297" r:id="rId34"/>
    <p:sldId id="1298" r:id="rId35"/>
    <p:sldId id="1299" r:id="rId36"/>
    <p:sldId id="1300" r:id="rId37"/>
    <p:sldId id="1301" r:id="rId38"/>
    <p:sldId id="1302" r:id="rId39"/>
    <p:sldId id="1306" r:id="rId40"/>
    <p:sldId id="1304" r:id="rId41"/>
    <p:sldId id="1303" r:id="rId42"/>
    <p:sldId id="1305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ochi zhang" userId="7bab22f253428d44" providerId="LiveId" clId="{C43E757E-2E45-4575-8EFB-9516C25FE285}"/>
    <pc:docChg chg="undo custSel addSld delSld modSld sldOrd">
      <pc:chgData name="daochi zhang" userId="7bab22f253428d44" providerId="LiveId" clId="{C43E757E-2E45-4575-8EFB-9516C25FE285}" dt="2023-08-24T07:31:21.291" v="7699"/>
      <pc:docMkLst>
        <pc:docMk/>
      </pc:docMkLst>
      <pc:sldChg chg="addSp delSp modSp new del mod">
        <pc:chgData name="daochi zhang" userId="7bab22f253428d44" providerId="LiveId" clId="{C43E757E-2E45-4575-8EFB-9516C25FE285}" dt="2023-08-23T16:11:53.853" v="4789" actId="47"/>
        <pc:sldMkLst>
          <pc:docMk/>
          <pc:sldMk cId="3790823187" sldId="256"/>
        </pc:sldMkLst>
        <pc:spChg chg="del">
          <ac:chgData name="daochi zhang" userId="7bab22f253428d44" providerId="LiveId" clId="{C43E757E-2E45-4575-8EFB-9516C25FE285}" dt="2023-08-23T13:09:33.931" v="1" actId="478"/>
          <ac:spMkLst>
            <pc:docMk/>
            <pc:sldMk cId="3790823187" sldId="256"/>
            <ac:spMk id="2" creationId="{6C27B208-8A7E-B877-4A36-B77AFB23C9D7}"/>
          </ac:spMkLst>
        </pc:spChg>
        <pc:spChg chg="del">
          <ac:chgData name="daochi zhang" userId="7bab22f253428d44" providerId="LiveId" clId="{C43E757E-2E45-4575-8EFB-9516C25FE285}" dt="2023-08-23T13:09:33.931" v="1" actId="478"/>
          <ac:spMkLst>
            <pc:docMk/>
            <pc:sldMk cId="3790823187" sldId="256"/>
            <ac:spMk id="3" creationId="{9A2FDF58-1A06-3F24-F359-77AD9330141E}"/>
          </ac:spMkLst>
        </pc:spChg>
        <pc:spChg chg="add mod">
          <ac:chgData name="daochi zhang" userId="7bab22f253428d44" providerId="LiveId" clId="{C43E757E-2E45-4575-8EFB-9516C25FE285}" dt="2023-08-23T13:12:52.899" v="69" actId="1076"/>
          <ac:spMkLst>
            <pc:docMk/>
            <pc:sldMk cId="3790823187" sldId="256"/>
            <ac:spMk id="4" creationId="{2D02E104-4962-3FA5-AE25-002662F62CB3}"/>
          </ac:spMkLst>
        </pc:spChg>
        <pc:spChg chg="add mod">
          <ac:chgData name="daochi zhang" userId="7bab22f253428d44" providerId="LiveId" clId="{C43E757E-2E45-4575-8EFB-9516C25FE285}" dt="2023-08-23T13:14:05.712" v="77" actId="1076"/>
          <ac:spMkLst>
            <pc:docMk/>
            <pc:sldMk cId="3790823187" sldId="256"/>
            <ac:spMk id="5" creationId="{6232C1EA-C0C5-704C-FE49-E0CB977A2479}"/>
          </ac:spMkLst>
        </pc:spChg>
        <pc:picChg chg="add mod">
          <ac:chgData name="daochi zhang" userId="7bab22f253428d44" providerId="LiveId" clId="{C43E757E-2E45-4575-8EFB-9516C25FE285}" dt="2023-08-23T13:14:03.198" v="76" actId="1076"/>
          <ac:picMkLst>
            <pc:docMk/>
            <pc:sldMk cId="3790823187" sldId="256"/>
            <ac:picMk id="7" creationId="{00299E77-FCE7-ADB8-6D08-A50D52D419B5}"/>
          </ac:picMkLst>
        </pc:picChg>
      </pc:sldChg>
      <pc:sldChg chg="add del">
        <pc:chgData name="daochi zhang" userId="7bab22f253428d44" providerId="LiveId" clId="{C43E757E-2E45-4575-8EFB-9516C25FE285}" dt="2023-08-23T16:11:53.853" v="4789" actId="47"/>
        <pc:sldMkLst>
          <pc:docMk/>
          <pc:sldMk cId="1294492903" sldId="257"/>
        </pc:sldMkLst>
      </pc:sldChg>
      <pc:sldChg chg="modSp add mod">
        <pc:chgData name="daochi zhang" userId="7bab22f253428d44" providerId="LiveId" clId="{C43E757E-2E45-4575-8EFB-9516C25FE285}" dt="2023-08-23T14:31:40.085" v="1651"/>
        <pc:sldMkLst>
          <pc:docMk/>
          <pc:sldMk cId="3572798775" sldId="385"/>
        </pc:sldMkLst>
        <pc:spChg chg="mod">
          <ac:chgData name="daochi zhang" userId="7bab22f253428d44" providerId="LiveId" clId="{C43E757E-2E45-4575-8EFB-9516C25FE285}" dt="2023-08-23T14:31:40.085" v="1651"/>
          <ac:spMkLst>
            <pc:docMk/>
            <pc:sldMk cId="3572798775" sldId="385"/>
            <ac:spMk id="5" creationId="{C9512FD8-1A4A-D8A3-91EC-4D95B312ED0C}"/>
          </ac:spMkLst>
        </pc:spChg>
      </pc:sldChg>
      <pc:sldChg chg="addSp delSp modSp add del mod">
        <pc:chgData name="daochi zhang" userId="7bab22f253428d44" providerId="LiveId" clId="{C43E757E-2E45-4575-8EFB-9516C25FE285}" dt="2023-08-23T15:37:34.209" v="3362" actId="1076"/>
        <pc:sldMkLst>
          <pc:docMk/>
          <pc:sldMk cId="3871075294" sldId="496"/>
        </pc:sldMkLst>
        <pc:spChg chg="mod">
          <ac:chgData name="daochi zhang" userId="7bab22f253428d44" providerId="LiveId" clId="{C43E757E-2E45-4575-8EFB-9516C25FE285}" dt="2023-08-23T14:32:47.492" v="1683" actId="20577"/>
          <ac:spMkLst>
            <pc:docMk/>
            <pc:sldMk cId="3871075294" sldId="496"/>
            <ac:spMk id="3" creationId="{5544BFCC-0296-CC0B-F0E1-E89E020B7D9C}"/>
          </ac:spMkLst>
        </pc:spChg>
        <pc:spChg chg="mod">
          <ac:chgData name="daochi zhang" userId="7bab22f253428d44" providerId="LiveId" clId="{C43E757E-2E45-4575-8EFB-9516C25FE285}" dt="2023-08-23T14:31:48.932" v="1653"/>
          <ac:spMkLst>
            <pc:docMk/>
            <pc:sldMk cId="3871075294" sldId="496"/>
            <ac:spMk id="5" creationId="{05ED15A0-B371-8F0B-BCD4-3902FBC17549}"/>
          </ac:spMkLst>
        </pc:spChg>
        <pc:spChg chg="del mod">
          <ac:chgData name="daochi zhang" userId="7bab22f253428d44" providerId="LiveId" clId="{C43E757E-2E45-4575-8EFB-9516C25FE285}" dt="2023-08-23T15:06:27.756" v="2828" actId="478"/>
          <ac:spMkLst>
            <pc:docMk/>
            <pc:sldMk cId="3871075294" sldId="496"/>
            <ac:spMk id="7" creationId="{8B14CB5B-3500-02B8-39F9-B66AE84E489D}"/>
          </ac:spMkLst>
        </pc:spChg>
        <pc:spChg chg="add del">
          <ac:chgData name="daochi zhang" userId="7bab22f253428d44" providerId="LiveId" clId="{C43E757E-2E45-4575-8EFB-9516C25FE285}" dt="2023-08-23T14:32:36.783" v="1668" actId="478"/>
          <ac:spMkLst>
            <pc:docMk/>
            <pc:sldMk cId="3871075294" sldId="496"/>
            <ac:spMk id="8" creationId="{CAF8A34D-01AC-8F34-2188-2B24350CCDA4}"/>
          </ac:spMkLst>
        </pc:spChg>
        <pc:spChg chg="add del mod">
          <ac:chgData name="daochi zhang" userId="7bab22f253428d44" providerId="LiveId" clId="{C43E757E-2E45-4575-8EFB-9516C25FE285}" dt="2023-08-23T15:06:27.756" v="2828" actId="478"/>
          <ac:spMkLst>
            <pc:docMk/>
            <pc:sldMk cId="3871075294" sldId="496"/>
            <ac:spMk id="9" creationId="{D3C534CE-764F-2E1E-7A0C-20843CF840B6}"/>
          </ac:spMkLst>
        </pc:spChg>
        <pc:spChg chg="add del mod">
          <ac:chgData name="daochi zhang" userId="7bab22f253428d44" providerId="LiveId" clId="{C43E757E-2E45-4575-8EFB-9516C25FE285}" dt="2023-08-23T15:06:27.756" v="2828" actId="478"/>
          <ac:spMkLst>
            <pc:docMk/>
            <pc:sldMk cId="3871075294" sldId="496"/>
            <ac:spMk id="12" creationId="{F296DAC7-09B2-DE19-228C-F4CD1EAFB0AD}"/>
          </ac:spMkLst>
        </pc:spChg>
        <pc:spChg chg="add mod">
          <ac:chgData name="daochi zhang" userId="7bab22f253428d44" providerId="LiveId" clId="{C43E757E-2E45-4575-8EFB-9516C25FE285}" dt="2023-08-23T15:37:14.365" v="3351" actId="1076"/>
          <ac:spMkLst>
            <pc:docMk/>
            <pc:sldMk cId="3871075294" sldId="496"/>
            <ac:spMk id="15" creationId="{546C92FA-43A7-2B74-008D-3F3BE41B364B}"/>
          </ac:spMkLst>
        </pc:spChg>
        <pc:spChg chg="add mod">
          <ac:chgData name="daochi zhang" userId="7bab22f253428d44" providerId="LiveId" clId="{C43E757E-2E45-4575-8EFB-9516C25FE285}" dt="2023-08-23T15:37:21.519" v="3354" actId="1076"/>
          <ac:spMkLst>
            <pc:docMk/>
            <pc:sldMk cId="3871075294" sldId="496"/>
            <ac:spMk id="16" creationId="{83EB69D1-6477-7678-842C-B0DDCC09B089}"/>
          </ac:spMkLst>
        </pc:spChg>
        <pc:spChg chg="add mod">
          <ac:chgData name="daochi zhang" userId="7bab22f253428d44" providerId="LiveId" clId="{C43E757E-2E45-4575-8EFB-9516C25FE285}" dt="2023-08-23T15:37:34.209" v="3362" actId="1076"/>
          <ac:spMkLst>
            <pc:docMk/>
            <pc:sldMk cId="3871075294" sldId="496"/>
            <ac:spMk id="17" creationId="{4E2B902E-BC66-C818-A958-F1F5E1559C44}"/>
          </ac:spMkLst>
        </pc:spChg>
        <pc:spChg chg="add mod">
          <ac:chgData name="daochi zhang" userId="7bab22f253428d44" providerId="LiveId" clId="{C43E757E-2E45-4575-8EFB-9516C25FE285}" dt="2023-08-23T15:37:31.447" v="3361" actId="1076"/>
          <ac:spMkLst>
            <pc:docMk/>
            <pc:sldMk cId="3871075294" sldId="496"/>
            <ac:spMk id="18" creationId="{E450A5B6-D942-8989-3D0D-5928C99A95C1}"/>
          </ac:spMkLst>
        </pc:spChg>
        <pc:spChg chg="add mod">
          <ac:chgData name="daochi zhang" userId="7bab22f253428d44" providerId="LiveId" clId="{C43E757E-2E45-4575-8EFB-9516C25FE285}" dt="2023-08-23T15:37:21.519" v="3354" actId="1076"/>
          <ac:spMkLst>
            <pc:docMk/>
            <pc:sldMk cId="3871075294" sldId="496"/>
            <ac:spMk id="22" creationId="{82D3FEFC-8C88-9AA7-EBBD-DAACF4FCD36F}"/>
          </ac:spMkLst>
        </pc:spChg>
        <pc:picChg chg="del mod">
          <ac:chgData name="daochi zhang" userId="7bab22f253428d44" providerId="LiveId" clId="{C43E757E-2E45-4575-8EFB-9516C25FE285}" dt="2023-08-23T14:38:09.127" v="1811" actId="478"/>
          <ac:picMkLst>
            <pc:docMk/>
            <pc:sldMk cId="3871075294" sldId="496"/>
            <ac:picMk id="6" creationId="{067A5455-61AE-8FF9-5F87-8B5604D9FADD}"/>
          </ac:picMkLst>
        </pc:picChg>
        <pc:picChg chg="add del">
          <ac:chgData name="daochi zhang" userId="7bab22f253428d44" providerId="LiveId" clId="{C43E757E-2E45-4575-8EFB-9516C25FE285}" dt="2023-08-23T14:32:36.783" v="1668" actId="478"/>
          <ac:picMkLst>
            <pc:docMk/>
            <pc:sldMk cId="3871075294" sldId="496"/>
            <ac:picMk id="10" creationId="{B31D9E88-9555-0558-1A63-5DE9BCBE83ED}"/>
          </ac:picMkLst>
        </pc:picChg>
        <pc:picChg chg="add mod">
          <ac:chgData name="daochi zhang" userId="7bab22f253428d44" providerId="LiveId" clId="{C43E757E-2E45-4575-8EFB-9516C25FE285}" dt="2023-08-23T15:37:23.755" v="3355" actId="1076"/>
          <ac:picMkLst>
            <pc:docMk/>
            <pc:sldMk cId="3871075294" sldId="496"/>
            <ac:picMk id="14" creationId="{D46D684F-BE1A-10DB-FCAB-C6161E919C48}"/>
          </ac:picMkLst>
        </pc:picChg>
        <pc:picChg chg="add del mod">
          <ac:chgData name="daochi zhang" userId="7bab22f253428d44" providerId="LiveId" clId="{C43E757E-2E45-4575-8EFB-9516C25FE285}" dt="2023-08-23T15:37:07.534" v="3348" actId="478"/>
          <ac:picMkLst>
            <pc:docMk/>
            <pc:sldMk cId="3871075294" sldId="496"/>
            <ac:picMk id="20" creationId="{45D6D66F-0070-1A2B-F11D-014299BD42B8}"/>
          </ac:picMkLst>
        </pc:picChg>
      </pc:sldChg>
      <pc:sldChg chg="addSp delSp modSp add mod">
        <pc:chgData name="daochi zhang" userId="7bab22f253428d44" providerId="LiveId" clId="{C43E757E-2E45-4575-8EFB-9516C25FE285}" dt="2023-08-23T14:52:26.447" v="2116" actId="1038"/>
        <pc:sldMkLst>
          <pc:docMk/>
          <pc:sldMk cId="4091536212" sldId="1061"/>
        </pc:sldMkLst>
        <pc:spChg chg="mod">
          <ac:chgData name="daochi zhang" userId="7bab22f253428d44" providerId="LiveId" clId="{C43E757E-2E45-4575-8EFB-9516C25FE285}" dt="2023-08-23T14:31:44.208" v="1652"/>
          <ac:spMkLst>
            <pc:docMk/>
            <pc:sldMk cId="4091536212" sldId="1061"/>
            <ac:spMk id="4" creationId="{140F6137-8D6E-0448-6A62-B89A84BCD7AD}"/>
          </ac:spMkLst>
        </pc:spChg>
        <pc:spChg chg="add mod">
          <ac:chgData name="daochi zhang" userId="7bab22f253428d44" providerId="LiveId" clId="{C43E757E-2E45-4575-8EFB-9516C25FE285}" dt="2023-08-23T14:30:51.529" v="1647" actId="1076"/>
          <ac:spMkLst>
            <pc:docMk/>
            <pc:sldMk cId="4091536212" sldId="1061"/>
            <ac:spMk id="7" creationId="{7B6C7411-9430-3B27-6063-1BF08B89C0CD}"/>
          </ac:spMkLst>
        </pc:spChg>
        <pc:spChg chg="add del mod">
          <ac:chgData name="daochi zhang" userId="7bab22f253428d44" providerId="LiveId" clId="{C43E757E-2E45-4575-8EFB-9516C25FE285}" dt="2023-08-23T14:42:41.656" v="1962" actId="478"/>
          <ac:spMkLst>
            <pc:docMk/>
            <pc:sldMk cId="4091536212" sldId="1061"/>
            <ac:spMk id="12" creationId="{2D9D7E92-FA17-55D0-0370-83A5C6A7E3C9}"/>
          </ac:spMkLst>
        </pc:spChg>
        <pc:spChg chg="add mod">
          <ac:chgData name="daochi zhang" userId="7bab22f253428d44" providerId="LiveId" clId="{C43E757E-2E45-4575-8EFB-9516C25FE285}" dt="2023-08-23T14:52:26.447" v="2116" actId="1038"/>
          <ac:spMkLst>
            <pc:docMk/>
            <pc:sldMk cId="4091536212" sldId="1061"/>
            <ac:spMk id="14" creationId="{BA8074CA-2BC6-2650-F2F2-EA8C3C366778}"/>
          </ac:spMkLst>
        </pc:spChg>
        <pc:spChg chg="mod">
          <ac:chgData name="daochi zhang" userId="7bab22f253428d44" providerId="LiveId" clId="{C43E757E-2E45-4575-8EFB-9516C25FE285}" dt="2023-08-23T14:30:11.239" v="1625" actId="20577"/>
          <ac:spMkLst>
            <pc:docMk/>
            <pc:sldMk cId="4091536212" sldId="1061"/>
            <ac:spMk id="24" creationId="{4D02D7A9-91F1-7B7E-79FB-B31A2A778245}"/>
          </ac:spMkLst>
        </pc:spChg>
        <pc:spChg chg="mod">
          <ac:chgData name="daochi zhang" userId="7bab22f253428d44" providerId="LiveId" clId="{C43E757E-2E45-4575-8EFB-9516C25FE285}" dt="2023-08-23T14:50:08.902" v="2083" actId="1076"/>
          <ac:spMkLst>
            <pc:docMk/>
            <pc:sldMk cId="4091536212" sldId="1061"/>
            <ac:spMk id="32" creationId="{87AEA0F9-37A7-A0EF-2372-C20ABC2062FF}"/>
          </ac:spMkLst>
        </pc:spChg>
        <pc:picChg chg="add del mod">
          <ac:chgData name="daochi zhang" userId="7bab22f253428d44" providerId="LiveId" clId="{C43E757E-2E45-4575-8EFB-9516C25FE285}" dt="2023-08-23T14:32:34.984" v="1666"/>
          <ac:picMkLst>
            <pc:docMk/>
            <pc:sldMk cId="4091536212" sldId="1061"/>
            <ac:picMk id="11" creationId="{47BA8823-C570-06FB-4195-6937733D0E1B}"/>
          </ac:picMkLst>
        </pc:picChg>
      </pc:sldChg>
      <pc:sldChg chg="addSp modSp add del mod">
        <pc:chgData name="daochi zhang" userId="7bab22f253428d44" providerId="LiveId" clId="{C43E757E-2E45-4575-8EFB-9516C25FE285}" dt="2023-08-23T15:32:35.849" v="3212" actId="47"/>
        <pc:sldMkLst>
          <pc:docMk/>
          <pc:sldMk cId="1950642093" sldId="1286"/>
        </pc:sldMkLst>
        <pc:spChg chg="add mod">
          <ac:chgData name="daochi zhang" userId="7bab22f253428d44" providerId="LiveId" clId="{C43E757E-2E45-4575-8EFB-9516C25FE285}" dt="2023-08-23T13:26:45.357" v="541" actId="1076"/>
          <ac:spMkLst>
            <pc:docMk/>
            <pc:sldMk cId="1950642093" sldId="1286"/>
            <ac:spMk id="17" creationId="{773992D6-B3E8-920B-AEF0-5A22EBFEE0C8}"/>
          </ac:spMkLst>
        </pc:spChg>
      </pc:sldChg>
      <pc:sldChg chg="addSp delSp modSp new mod">
        <pc:chgData name="daochi zhang" userId="7bab22f253428d44" providerId="LiveId" clId="{C43E757E-2E45-4575-8EFB-9516C25FE285}" dt="2023-08-23T18:30:31.255" v="7656" actId="113"/>
        <pc:sldMkLst>
          <pc:docMk/>
          <pc:sldMk cId="3684522915" sldId="1287"/>
        </pc:sldMkLst>
        <pc:spChg chg="add mod">
          <ac:chgData name="daochi zhang" userId="7bab22f253428d44" providerId="LiveId" clId="{C43E757E-2E45-4575-8EFB-9516C25FE285}" dt="2023-08-23T16:26:47.603" v="5075" actId="1076"/>
          <ac:spMkLst>
            <pc:docMk/>
            <pc:sldMk cId="3684522915" sldId="1287"/>
            <ac:spMk id="4" creationId="{BCFC8A12-B4A6-F8B6-4B12-9EEFEC078B30}"/>
          </ac:spMkLst>
        </pc:spChg>
        <pc:spChg chg="add del mod">
          <ac:chgData name="daochi zhang" userId="7bab22f253428d44" providerId="LiveId" clId="{C43E757E-2E45-4575-8EFB-9516C25FE285}" dt="2023-08-23T13:19:57.093" v="132" actId="478"/>
          <ac:spMkLst>
            <pc:docMk/>
            <pc:sldMk cId="3684522915" sldId="1287"/>
            <ac:spMk id="7" creationId="{FBED83CF-D81F-5B84-8CA3-05D0D5778553}"/>
          </ac:spMkLst>
        </pc:spChg>
        <pc:spChg chg="add mod">
          <ac:chgData name="daochi zhang" userId="7bab22f253428d44" providerId="LiveId" clId="{C43E757E-2E45-4575-8EFB-9516C25FE285}" dt="2023-08-23T13:20:16.268" v="136" actId="1582"/>
          <ac:spMkLst>
            <pc:docMk/>
            <pc:sldMk cId="3684522915" sldId="1287"/>
            <ac:spMk id="8" creationId="{F964B348-B208-B698-0905-64CF8612150D}"/>
          </ac:spMkLst>
        </pc:spChg>
        <pc:spChg chg="add mod">
          <ac:chgData name="daochi zhang" userId="7bab22f253428d44" providerId="LiveId" clId="{C43E757E-2E45-4575-8EFB-9516C25FE285}" dt="2023-08-23T13:20:36.807" v="144" actId="1076"/>
          <ac:spMkLst>
            <pc:docMk/>
            <pc:sldMk cId="3684522915" sldId="1287"/>
            <ac:spMk id="10" creationId="{728F676F-614D-BEBD-483E-57811438A882}"/>
          </ac:spMkLst>
        </pc:spChg>
        <pc:spChg chg="add mod">
          <ac:chgData name="daochi zhang" userId="7bab22f253428d44" providerId="LiveId" clId="{C43E757E-2E45-4575-8EFB-9516C25FE285}" dt="2023-08-23T18:30:31.255" v="7656" actId="113"/>
          <ac:spMkLst>
            <pc:docMk/>
            <pc:sldMk cId="3684522915" sldId="1287"/>
            <ac:spMk id="11" creationId="{6C3E88A8-BB17-41D7-DF83-6E50FC6587E5}"/>
          </ac:spMkLst>
        </pc:spChg>
        <pc:spChg chg="add mod">
          <ac:chgData name="daochi zhang" userId="7bab22f253428d44" providerId="LiveId" clId="{C43E757E-2E45-4575-8EFB-9516C25FE285}" dt="2023-08-23T18:30:31.255" v="7656" actId="113"/>
          <ac:spMkLst>
            <pc:docMk/>
            <pc:sldMk cId="3684522915" sldId="1287"/>
            <ac:spMk id="12" creationId="{48AA5A11-C934-B59C-31E8-D578BB55287E}"/>
          </ac:spMkLst>
        </pc:spChg>
        <pc:spChg chg="add mod">
          <ac:chgData name="daochi zhang" userId="7bab22f253428d44" providerId="LiveId" clId="{C43E757E-2E45-4575-8EFB-9516C25FE285}" dt="2023-08-23T18:30:31.255" v="7656" actId="113"/>
          <ac:spMkLst>
            <pc:docMk/>
            <pc:sldMk cId="3684522915" sldId="1287"/>
            <ac:spMk id="13" creationId="{6D78F671-6908-60A4-93F5-348C6B7D74F9}"/>
          </ac:spMkLst>
        </pc:spChg>
        <pc:spChg chg="add mod">
          <ac:chgData name="daochi zhang" userId="7bab22f253428d44" providerId="LiveId" clId="{C43E757E-2E45-4575-8EFB-9516C25FE285}" dt="2023-08-23T18:30:31.255" v="7656" actId="113"/>
          <ac:spMkLst>
            <pc:docMk/>
            <pc:sldMk cId="3684522915" sldId="1287"/>
            <ac:spMk id="14" creationId="{ABF8DBE9-411D-1AE7-F22A-F558699D0EFB}"/>
          </ac:spMkLst>
        </pc:spChg>
        <pc:spChg chg="add del mod">
          <ac:chgData name="daochi zhang" userId="7bab22f253428d44" providerId="LiveId" clId="{C43E757E-2E45-4575-8EFB-9516C25FE285}" dt="2023-08-23T13:29:56.983" v="595" actId="478"/>
          <ac:spMkLst>
            <pc:docMk/>
            <pc:sldMk cId="3684522915" sldId="1287"/>
            <ac:spMk id="15" creationId="{C88A9D7E-3F99-7933-C02E-F40E054A223D}"/>
          </ac:spMkLst>
        </pc:spChg>
        <pc:spChg chg="add mod">
          <ac:chgData name="daochi zhang" userId="7bab22f253428d44" providerId="LiveId" clId="{C43E757E-2E45-4575-8EFB-9516C25FE285}" dt="2023-08-23T18:30:31.255" v="7656" actId="113"/>
          <ac:spMkLst>
            <pc:docMk/>
            <pc:sldMk cId="3684522915" sldId="1287"/>
            <ac:spMk id="16" creationId="{BE0ABC79-D681-4195-1562-60710EFE0207}"/>
          </ac:spMkLst>
        </pc:spChg>
        <pc:spChg chg="add mod">
          <ac:chgData name="daochi zhang" userId="7bab22f253428d44" providerId="LiveId" clId="{C43E757E-2E45-4575-8EFB-9516C25FE285}" dt="2023-08-23T13:25:39.974" v="500" actId="14100"/>
          <ac:spMkLst>
            <pc:docMk/>
            <pc:sldMk cId="3684522915" sldId="1287"/>
            <ac:spMk id="17" creationId="{98DE1AB5-65CA-2C73-DC34-287AD10AFD88}"/>
          </ac:spMkLst>
        </pc:spChg>
        <pc:spChg chg="add mod">
          <ac:chgData name="daochi zhang" userId="7bab22f253428d44" providerId="LiveId" clId="{C43E757E-2E45-4575-8EFB-9516C25FE285}" dt="2023-08-23T13:30:07.438" v="598" actId="1076"/>
          <ac:spMkLst>
            <pc:docMk/>
            <pc:sldMk cId="3684522915" sldId="1287"/>
            <ac:spMk id="18" creationId="{CCFEF9CF-7EFD-81A6-0424-0A8B5769DEB8}"/>
          </ac:spMkLst>
        </pc:spChg>
        <pc:spChg chg="add mod">
          <ac:chgData name="daochi zhang" userId="7bab22f253428d44" providerId="LiveId" clId="{C43E757E-2E45-4575-8EFB-9516C25FE285}" dt="2023-08-23T13:28:50.856" v="578" actId="1076"/>
          <ac:spMkLst>
            <pc:docMk/>
            <pc:sldMk cId="3684522915" sldId="1287"/>
            <ac:spMk id="19" creationId="{652DCF1E-F60C-DE58-6943-59471549C325}"/>
          </ac:spMkLst>
        </pc:spChg>
        <pc:spChg chg="add del mod">
          <ac:chgData name="daochi zhang" userId="7bab22f253428d44" providerId="LiveId" clId="{C43E757E-2E45-4575-8EFB-9516C25FE285}" dt="2023-08-23T13:28:47.031" v="576"/>
          <ac:spMkLst>
            <pc:docMk/>
            <pc:sldMk cId="3684522915" sldId="1287"/>
            <ac:spMk id="20" creationId="{8D0FC142-0E5E-675B-023F-64988B817502}"/>
          </ac:spMkLst>
        </pc:spChg>
        <pc:picChg chg="add mod">
          <ac:chgData name="daochi zhang" userId="7bab22f253428d44" providerId="LiveId" clId="{C43E757E-2E45-4575-8EFB-9516C25FE285}" dt="2023-08-23T13:21:38.791" v="205" actId="1076"/>
          <ac:picMkLst>
            <pc:docMk/>
            <pc:sldMk cId="3684522915" sldId="1287"/>
            <ac:picMk id="3" creationId="{009852FD-9C5F-01AE-792F-B5B6656892E4}"/>
          </ac:picMkLst>
        </pc:picChg>
        <pc:picChg chg="add mod modCrop">
          <ac:chgData name="daochi zhang" userId="7bab22f253428d44" providerId="LiveId" clId="{C43E757E-2E45-4575-8EFB-9516C25FE285}" dt="2023-08-23T13:20:37.737" v="146" actId="1076"/>
          <ac:picMkLst>
            <pc:docMk/>
            <pc:sldMk cId="3684522915" sldId="1287"/>
            <ac:picMk id="9" creationId="{2C1D14F3-5877-D973-C414-E179A8095EBE}"/>
          </ac:picMkLst>
        </pc:picChg>
        <pc:cxnChg chg="add del mod">
          <ac:chgData name="daochi zhang" userId="7bab22f253428d44" providerId="LiveId" clId="{C43E757E-2E45-4575-8EFB-9516C25FE285}" dt="2023-08-23T13:19:47.505" v="129" actId="478"/>
          <ac:cxnSpMkLst>
            <pc:docMk/>
            <pc:sldMk cId="3684522915" sldId="1287"/>
            <ac:cxnSpMk id="6" creationId="{04A7E399-BBD8-0352-FA5A-63954B0514A7}"/>
          </ac:cxnSpMkLst>
        </pc:cxnChg>
      </pc:sldChg>
      <pc:sldChg chg="addSp delSp modSp add mod">
        <pc:chgData name="daochi zhang" userId="7bab22f253428d44" providerId="LiveId" clId="{C43E757E-2E45-4575-8EFB-9516C25FE285}" dt="2023-08-23T18:30:26.153" v="7655" actId="113"/>
        <pc:sldMkLst>
          <pc:docMk/>
          <pc:sldMk cId="2909628061" sldId="1288"/>
        </pc:sldMkLst>
        <pc:spChg chg="add mod">
          <ac:chgData name="daochi zhang" userId="7bab22f253428d44" providerId="LiveId" clId="{C43E757E-2E45-4575-8EFB-9516C25FE285}" dt="2023-08-23T18:30:25.489" v="7654" actId="113"/>
          <ac:spMkLst>
            <pc:docMk/>
            <pc:sldMk cId="2909628061" sldId="1288"/>
            <ac:spMk id="2" creationId="{7E94251B-B351-E6DC-A125-B25E3D9D34ED}"/>
          </ac:spMkLst>
        </pc:spChg>
        <pc:spChg chg="del">
          <ac:chgData name="daochi zhang" userId="7bab22f253428d44" providerId="LiveId" clId="{C43E757E-2E45-4575-8EFB-9516C25FE285}" dt="2023-08-23T16:26:50.517" v="5076" actId="478"/>
          <ac:spMkLst>
            <pc:docMk/>
            <pc:sldMk cId="2909628061" sldId="1288"/>
            <ac:spMk id="4" creationId="{BCFC8A12-B4A6-F8B6-4B12-9EEFEC078B30}"/>
          </ac:spMkLst>
        </pc:spChg>
        <pc:spChg chg="add mod">
          <ac:chgData name="daochi zhang" userId="7bab22f253428d44" providerId="LiveId" clId="{C43E757E-2E45-4575-8EFB-9516C25FE285}" dt="2023-08-23T13:50:39.104" v="1354" actId="1076"/>
          <ac:spMkLst>
            <pc:docMk/>
            <pc:sldMk cId="2909628061" sldId="1288"/>
            <ac:spMk id="5" creationId="{1C072D56-E4FA-CF42-F1E3-30997588AD47}"/>
          </ac:spMkLst>
        </pc:spChg>
        <pc:spChg chg="add mod">
          <ac:chgData name="daochi zhang" userId="7bab22f253428d44" providerId="LiveId" clId="{C43E757E-2E45-4575-8EFB-9516C25FE285}" dt="2023-08-23T18:30:26.153" v="7655" actId="113"/>
          <ac:spMkLst>
            <pc:docMk/>
            <pc:sldMk cId="2909628061" sldId="1288"/>
            <ac:spMk id="6" creationId="{EE5487BF-DB26-44DE-CD32-B278FE9756EE}"/>
          </ac:spMkLst>
        </pc:spChg>
        <pc:spChg chg="add mod">
          <ac:chgData name="daochi zhang" userId="7bab22f253428d44" providerId="LiveId" clId="{C43E757E-2E45-4575-8EFB-9516C25FE285}" dt="2023-08-23T16:26:51.237" v="5077"/>
          <ac:spMkLst>
            <pc:docMk/>
            <pc:sldMk cId="2909628061" sldId="1288"/>
            <ac:spMk id="7" creationId="{595B1681-4093-3C1E-DDEB-29C41863D594}"/>
          </ac:spMkLst>
        </pc:spChg>
        <pc:spChg chg="del">
          <ac:chgData name="daochi zhang" userId="7bab22f253428d44" providerId="LiveId" clId="{C43E757E-2E45-4575-8EFB-9516C25FE285}" dt="2023-08-23T13:32:04.076" v="742" actId="478"/>
          <ac:spMkLst>
            <pc:docMk/>
            <pc:sldMk cId="2909628061" sldId="1288"/>
            <ac:spMk id="11" creationId="{6C3E88A8-BB17-41D7-DF83-6E50FC6587E5}"/>
          </ac:spMkLst>
        </pc:spChg>
        <pc:spChg chg="del">
          <ac:chgData name="daochi zhang" userId="7bab22f253428d44" providerId="LiveId" clId="{C43E757E-2E45-4575-8EFB-9516C25FE285}" dt="2023-08-23T13:32:04.076" v="742" actId="478"/>
          <ac:spMkLst>
            <pc:docMk/>
            <pc:sldMk cId="2909628061" sldId="1288"/>
            <ac:spMk id="12" creationId="{48AA5A11-C934-B59C-31E8-D578BB55287E}"/>
          </ac:spMkLst>
        </pc:spChg>
        <pc:spChg chg="del">
          <ac:chgData name="daochi zhang" userId="7bab22f253428d44" providerId="LiveId" clId="{C43E757E-2E45-4575-8EFB-9516C25FE285}" dt="2023-08-23T13:32:04.076" v="742" actId="478"/>
          <ac:spMkLst>
            <pc:docMk/>
            <pc:sldMk cId="2909628061" sldId="1288"/>
            <ac:spMk id="13" creationId="{6D78F671-6908-60A4-93F5-348C6B7D74F9}"/>
          </ac:spMkLst>
        </pc:spChg>
        <pc:spChg chg="del">
          <ac:chgData name="daochi zhang" userId="7bab22f253428d44" providerId="LiveId" clId="{C43E757E-2E45-4575-8EFB-9516C25FE285}" dt="2023-08-23T13:32:04.076" v="742" actId="478"/>
          <ac:spMkLst>
            <pc:docMk/>
            <pc:sldMk cId="2909628061" sldId="1288"/>
            <ac:spMk id="14" creationId="{ABF8DBE9-411D-1AE7-F22A-F558699D0EFB}"/>
          </ac:spMkLst>
        </pc:spChg>
        <pc:spChg chg="del">
          <ac:chgData name="daochi zhang" userId="7bab22f253428d44" providerId="LiveId" clId="{C43E757E-2E45-4575-8EFB-9516C25FE285}" dt="2023-08-23T13:32:04.076" v="742" actId="478"/>
          <ac:spMkLst>
            <pc:docMk/>
            <pc:sldMk cId="2909628061" sldId="1288"/>
            <ac:spMk id="16" creationId="{BE0ABC79-D681-4195-1562-60710EFE0207}"/>
          </ac:spMkLst>
        </pc:spChg>
        <pc:spChg chg="mod">
          <ac:chgData name="daochi zhang" userId="7bab22f253428d44" providerId="LiveId" clId="{C43E757E-2E45-4575-8EFB-9516C25FE285}" dt="2023-08-23T16:06:07.551" v="4467" actId="1035"/>
          <ac:spMkLst>
            <pc:docMk/>
            <pc:sldMk cId="2909628061" sldId="1288"/>
            <ac:spMk id="17" creationId="{98DE1AB5-65CA-2C73-DC34-287AD10AFD88}"/>
          </ac:spMkLst>
        </pc:spChg>
        <pc:spChg chg="del">
          <ac:chgData name="daochi zhang" userId="7bab22f253428d44" providerId="LiveId" clId="{C43E757E-2E45-4575-8EFB-9516C25FE285}" dt="2023-08-23T16:09:19.258" v="4734" actId="478"/>
          <ac:spMkLst>
            <pc:docMk/>
            <pc:sldMk cId="2909628061" sldId="1288"/>
            <ac:spMk id="18" creationId="{CCFEF9CF-7EFD-81A6-0424-0A8B5769DEB8}"/>
          </ac:spMkLst>
        </pc:spChg>
        <pc:spChg chg="mod">
          <ac:chgData name="daochi zhang" userId="7bab22f253428d44" providerId="LiveId" clId="{C43E757E-2E45-4575-8EFB-9516C25FE285}" dt="2023-08-23T13:33:55.521" v="836" actId="20577"/>
          <ac:spMkLst>
            <pc:docMk/>
            <pc:sldMk cId="2909628061" sldId="1288"/>
            <ac:spMk id="19" creationId="{652DCF1E-F60C-DE58-6943-59471549C325}"/>
          </ac:spMkLst>
        </pc:spChg>
        <pc:picChg chg="mod">
          <ac:chgData name="daochi zhang" userId="7bab22f253428d44" providerId="LiveId" clId="{C43E757E-2E45-4575-8EFB-9516C25FE285}" dt="2023-08-23T13:50:33.005" v="1352" actId="1076"/>
          <ac:picMkLst>
            <pc:docMk/>
            <pc:sldMk cId="2909628061" sldId="1288"/>
            <ac:picMk id="9" creationId="{2C1D14F3-5877-D973-C414-E179A8095EBE}"/>
          </ac:picMkLst>
        </pc:picChg>
      </pc:sldChg>
      <pc:sldChg chg="modSp add del mod">
        <pc:chgData name="daochi zhang" userId="7bab22f253428d44" providerId="LiveId" clId="{C43E757E-2E45-4575-8EFB-9516C25FE285}" dt="2023-08-23T13:50:43.003" v="1356" actId="47"/>
        <pc:sldMkLst>
          <pc:docMk/>
          <pc:sldMk cId="2457492095" sldId="1289"/>
        </pc:sldMkLst>
        <pc:spChg chg="mod">
          <ac:chgData name="daochi zhang" userId="7bab22f253428d44" providerId="LiveId" clId="{C43E757E-2E45-4575-8EFB-9516C25FE285}" dt="2023-08-23T13:48:22.359" v="1157" actId="20577"/>
          <ac:spMkLst>
            <pc:docMk/>
            <pc:sldMk cId="2457492095" sldId="1289"/>
            <ac:spMk id="2" creationId="{7E94251B-B351-E6DC-A125-B25E3D9D34ED}"/>
          </ac:spMkLst>
        </pc:spChg>
        <pc:spChg chg="mod">
          <ac:chgData name="daochi zhang" userId="7bab22f253428d44" providerId="LiveId" clId="{C43E757E-2E45-4575-8EFB-9516C25FE285}" dt="2023-08-23T13:33:49.008" v="833" actId="1076"/>
          <ac:spMkLst>
            <pc:docMk/>
            <pc:sldMk cId="2457492095" sldId="1289"/>
            <ac:spMk id="17" creationId="{98DE1AB5-65CA-2C73-DC34-287AD10AFD88}"/>
          </ac:spMkLst>
        </pc:spChg>
        <pc:spChg chg="mod">
          <ac:chgData name="daochi zhang" userId="7bab22f253428d44" providerId="LiveId" clId="{C43E757E-2E45-4575-8EFB-9516C25FE285}" dt="2023-08-23T13:44:15.457" v="892" actId="20577"/>
          <ac:spMkLst>
            <pc:docMk/>
            <pc:sldMk cId="2457492095" sldId="1289"/>
            <ac:spMk id="19" creationId="{652DCF1E-F60C-DE58-6943-59471549C325}"/>
          </ac:spMkLst>
        </pc:spChg>
        <pc:picChg chg="mod">
          <ac:chgData name="daochi zhang" userId="7bab22f253428d44" providerId="LiveId" clId="{C43E757E-2E45-4575-8EFB-9516C25FE285}" dt="2023-08-23T13:33:43.452" v="832" actId="1076"/>
          <ac:picMkLst>
            <pc:docMk/>
            <pc:sldMk cId="2457492095" sldId="1289"/>
            <ac:picMk id="9" creationId="{2C1D14F3-5877-D973-C414-E179A8095EBE}"/>
          </ac:picMkLst>
        </pc:picChg>
      </pc:sldChg>
      <pc:sldChg chg="addSp delSp modSp add mod">
        <pc:chgData name="daochi zhang" userId="7bab22f253428d44" providerId="LiveId" clId="{C43E757E-2E45-4575-8EFB-9516C25FE285}" dt="2023-08-23T16:26:55.194" v="5079"/>
        <pc:sldMkLst>
          <pc:docMk/>
          <pc:sldMk cId="1205898879" sldId="1290"/>
        </pc:sldMkLst>
        <pc:spChg chg="mod">
          <ac:chgData name="daochi zhang" userId="7bab22f253428d44" providerId="LiveId" clId="{C43E757E-2E45-4575-8EFB-9516C25FE285}" dt="2023-08-23T16:04:35.901" v="4380"/>
          <ac:spMkLst>
            <pc:docMk/>
            <pc:sldMk cId="1205898879" sldId="1290"/>
            <ac:spMk id="2" creationId="{7E94251B-B351-E6DC-A125-B25E3D9D34ED}"/>
          </ac:spMkLst>
        </pc:spChg>
        <pc:spChg chg="del">
          <ac:chgData name="daochi zhang" userId="7bab22f253428d44" providerId="LiveId" clId="{C43E757E-2E45-4575-8EFB-9516C25FE285}" dt="2023-08-23T16:26:54.566" v="5078" actId="478"/>
          <ac:spMkLst>
            <pc:docMk/>
            <pc:sldMk cId="1205898879" sldId="1290"/>
            <ac:spMk id="4" creationId="{BCFC8A12-B4A6-F8B6-4B12-9EEFEC078B30}"/>
          </ac:spMkLst>
        </pc:spChg>
        <pc:spChg chg="add mod">
          <ac:chgData name="daochi zhang" userId="7bab22f253428d44" providerId="LiveId" clId="{C43E757E-2E45-4575-8EFB-9516C25FE285}" dt="2023-08-23T16:05:22.589" v="4427" actId="20577"/>
          <ac:spMkLst>
            <pc:docMk/>
            <pc:sldMk cId="1205898879" sldId="1290"/>
            <ac:spMk id="5" creationId="{F3C09E28-57C3-BB90-AB03-1EDD567B408B}"/>
          </ac:spMkLst>
        </pc:spChg>
        <pc:spChg chg="add mod">
          <ac:chgData name="daochi zhang" userId="7bab22f253428d44" providerId="LiveId" clId="{C43E757E-2E45-4575-8EFB-9516C25FE285}" dt="2023-08-23T15:59:02.388" v="3901" actId="20577"/>
          <ac:spMkLst>
            <pc:docMk/>
            <pc:sldMk cId="1205898879" sldId="1290"/>
            <ac:spMk id="6" creationId="{23C2FF1A-4026-F66B-29A4-C58F9DA3E85E}"/>
          </ac:spMkLst>
        </pc:spChg>
        <pc:spChg chg="add mod">
          <ac:chgData name="daochi zhang" userId="7bab22f253428d44" providerId="LiveId" clId="{C43E757E-2E45-4575-8EFB-9516C25FE285}" dt="2023-08-23T16:05:44.288" v="4435" actId="113"/>
          <ac:spMkLst>
            <pc:docMk/>
            <pc:sldMk cId="1205898879" sldId="1290"/>
            <ac:spMk id="7" creationId="{B8288B10-75D0-AE90-A733-A6A1E7731FEA}"/>
          </ac:spMkLst>
        </pc:spChg>
        <pc:spChg chg="add mod">
          <ac:chgData name="daochi zhang" userId="7bab22f253428d44" providerId="LiveId" clId="{C43E757E-2E45-4575-8EFB-9516C25FE285}" dt="2023-08-23T16:04:28.548" v="4379" actId="6549"/>
          <ac:spMkLst>
            <pc:docMk/>
            <pc:sldMk cId="1205898879" sldId="1290"/>
            <ac:spMk id="11" creationId="{CB403683-9B89-FDAD-4ED6-26DFCFD81A5C}"/>
          </ac:spMkLst>
        </pc:spChg>
        <pc:spChg chg="add mod">
          <ac:chgData name="daochi zhang" userId="7bab22f253428d44" providerId="LiveId" clId="{C43E757E-2E45-4575-8EFB-9516C25FE285}" dt="2023-08-23T15:58:38.807" v="3838" actId="20577"/>
          <ac:spMkLst>
            <pc:docMk/>
            <pc:sldMk cId="1205898879" sldId="1290"/>
            <ac:spMk id="12" creationId="{456210FA-9FD8-ECE1-F518-196F7054C475}"/>
          </ac:spMkLst>
        </pc:spChg>
        <pc:spChg chg="add mod">
          <ac:chgData name="daochi zhang" userId="7bab22f253428d44" providerId="LiveId" clId="{C43E757E-2E45-4575-8EFB-9516C25FE285}" dt="2023-08-23T16:05:35.228" v="4432" actId="207"/>
          <ac:spMkLst>
            <pc:docMk/>
            <pc:sldMk cId="1205898879" sldId="1290"/>
            <ac:spMk id="14" creationId="{DC05A7FF-3FF5-754F-52F1-D9BBDA959405}"/>
          </ac:spMkLst>
        </pc:spChg>
        <pc:spChg chg="add mod">
          <ac:chgData name="daochi zhang" userId="7bab22f253428d44" providerId="LiveId" clId="{C43E757E-2E45-4575-8EFB-9516C25FE285}" dt="2023-08-23T16:05:35.228" v="4432" actId="207"/>
          <ac:spMkLst>
            <pc:docMk/>
            <pc:sldMk cId="1205898879" sldId="1290"/>
            <ac:spMk id="15" creationId="{B5CCD09D-C468-E8E8-B7DE-6E6E8830DF1B}"/>
          </ac:spMkLst>
        </pc:spChg>
        <pc:spChg chg="add mod">
          <ac:chgData name="daochi zhang" userId="7bab22f253428d44" providerId="LiveId" clId="{C43E757E-2E45-4575-8EFB-9516C25FE285}" dt="2023-08-23T16:03:12.919" v="4278" actId="113"/>
          <ac:spMkLst>
            <pc:docMk/>
            <pc:sldMk cId="1205898879" sldId="1290"/>
            <ac:spMk id="16" creationId="{A2BBCFA9-373E-8DD4-94C9-FDE722E071F2}"/>
          </ac:spMkLst>
        </pc:spChg>
        <pc:spChg chg="mod">
          <ac:chgData name="daochi zhang" userId="7bab22f253428d44" providerId="LiveId" clId="{C43E757E-2E45-4575-8EFB-9516C25FE285}" dt="2023-08-23T15:58:20.364" v="3817" actId="14100"/>
          <ac:spMkLst>
            <pc:docMk/>
            <pc:sldMk cId="1205898879" sldId="1290"/>
            <ac:spMk id="17" creationId="{98DE1AB5-65CA-2C73-DC34-287AD10AFD88}"/>
          </ac:spMkLst>
        </pc:spChg>
        <pc:spChg chg="del">
          <ac:chgData name="daochi zhang" userId="7bab22f253428d44" providerId="LiveId" clId="{C43E757E-2E45-4575-8EFB-9516C25FE285}" dt="2023-08-23T16:09:21.176" v="4735" actId="478"/>
          <ac:spMkLst>
            <pc:docMk/>
            <pc:sldMk cId="1205898879" sldId="1290"/>
            <ac:spMk id="18" creationId="{CCFEF9CF-7EFD-81A6-0424-0A8B5769DEB8}"/>
          </ac:spMkLst>
        </pc:spChg>
        <pc:spChg chg="mod">
          <ac:chgData name="daochi zhang" userId="7bab22f253428d44" providerId="LiveId" clId="{C43E757E-2E45-4575-8EFB-9516C25FE285}" dt="2023-08-23T15:58:50.458" v="3869" actId="20577"/>
          <ac:spMkLst>
            <pc:docMk/>
            <pc:sldMk cId="1205898879" sldId="1290"/>
            <ac:spMk id="19" creationId="{652DCF1E-F60C-DE58-6943-59471549C325}"/>
          </ac:spMkLst>
        </pc:spChg>
        <pc:spChg chg="add mod">
          <ac:chgData name="daochi zhang" userId="7bab22f253428d44" providerId="LiveId" clId="{C43E757E-2E45-4575-8EFB-9516C25FE285}" dt="2023-08-23T16:04:20.963" v="4376" actId="20577"/>
          <ac:spMkLst>
            <pc:docMk/>
            <pc:sldMk cId="1205898879" sldId="1290"/>
            <ac:spMk id="20" creationId="{A2C8F55A-1384-1144-6420-06252616B1DB}"/>
          </ac:spMkLst>
        </pc:spChg>
        <pc:spChg chg="add del mod">
          <ac:chgData name="daochi zhang" userId="7bab22f253428d44" providerId="LiveId" clId="{C43E757E-2E45-4575-8EFB-9516C25FE285}" dt="2023-08-23T16:11:06.586" v="4788" actId="478"/>
          <ac:spMkLst>
            <pc:docMk/>
            <pc:sldMk cId="1205898879" sldId="1290"/>
            <ac:spMk id="21" creationId="{DB32E460-CB3A-01AA-96CF-D93CF5A8947D}"/>
          </ac:spMkLst>
        </pc:spChg>
        <pc:spChg chg="add mod">
          <ac:chgData name="daochi zhang" userId="7bab22f253428d44" providerId="LiveId" clId="{C43E757E-2E45-4575-8EFB-9516C25FE285}" dt="2023-08-23T16:26:55.194" v="5079"/>
          <ac:spMkLst>
            <pc:docMk/>
            <pc:sldMk cId="1205898879" sldId="1290"/>
            <ac:spMk id="22" creationId="{EC00A894-11FE-8722-932C-3065775D0D03}"/>
          </ac:spMkLst>
        </pc:spChg>
        <pc:picChg chg="mod">
          <ac:chgData name="daochi zhang" userId="7bab22f253428d44" providerId="LiveId" clId="{C43E757E-2E45-4575-8EFB-9516C25FE285}" dt="2023-08-23T15:58:04.915" v="3759" actId="1076"/>
          <ac:picMkLst>
            <pc:docMk/>
            <pc:sldMk cId="1205898879" sldId="1290"/>
            <ac:picMk id="9" creationId="{2C1D14F3-5877-D973-C414-E179A8095EBE}"/>
          </ac:picMkLst>
        </pc:picChg>
      </pc:sldChg>
      <pc:sldChg chg="addSp delSp modSp add mod">
        <pc:chgData name="daochi zhang" userId="7bab22f253428d44" providerId="LiveId" clId="{C43E757E-2E45-4575-8EFB-9516C25FE285}" dt="2023-08-23T15:32:21.097" v="3211" actId="20577"/>
        <pc:sldMkLst>
          <pc:docMk/>
          <pc:sldMk cId="1336838689" sldId="1291"/>
        </pc:sldMkLst>
        <pc:spChg chg="add mod">
          <ac:chgData name="daochi zhang" userId="7bab22f253428d44" providerId="LiveId" clId="{C43E757E-2E45-4575-8EFB-9516C25FE285}" dt="2023-08-23T15:30:43.459" v="3161" actId="1076"/>
          <ac:spMkLst>
            <pc:docMk/>
            <pc:sldMk cId="1336838689" sldId="1291"/>
            <ac:spMk id="3" creationId="{3230A27A-499D-7E2A-DC5B-19BFB1703780}"/>
          </ac:spMkLst>
        </pc:spChg>
        <pc:spChg chg="mod">
          <ac:chgData name="daochi zhang" userId="7bab22f253428d44" providerId="LiveId" clId="{C43E757E-2E45-4575-8EFB-9516C25FE285}" dt="2023-08-23T15:31:44.971" v="3164" actId="1076"/>
          <ac:spMkLst>
            <pc:docMk/>
            <pc:sldMk cId="1336838689" sldId="1291"/>
            <ac:spMk id="17" creationId="{773992D6-B3E8-920B-AEF0-5A22EBFEE0C8}"/>
          </ac:spMkLst>
        </pc:spChg>
        <pc:spChg chg="mod">
          <ac:chgData name="daochi zhang" userId="7bab22f253428d44" providerId="LiveId" clId="{C43E757E-2E45-4575-8EFB-9516C25FE285}" dt="2023-08-23T15:32:21.097" v="3211" actId="20577"/>
          <ac:spMkLst>
            <pc:docMk/>
            <pc:sldMk cId="1336838689" sldId="1291"/>
            <ac:spMk id="20" creationId="{55C5D0EB-A435-691D-D69E-819D8B295341}"/>
          </ac:spMkLst>
        </pc:spChg>
        <pc:spChg chg="mod">
          <ac:chgData name="daochi zhang" userId="7bab22f253428d44" providerId="LiveId" clId="{C43E757E-2E45-4575-8EFB-9516C25FE285}" dt="2023-08-23T15:31:39.209" v="3162" actId="1076"/>
          <ac:spMkLst>
            <pc:docMk/>
            <pc:sldMk cId="1336838689" sldId="1291"/>
            <ac:spMk id="23" creationId="{99BB4E17-2C4D-FE8D-0797-F8C0120A8B75}"/>
          </ac:spMkLst>
        </pc:spChg>
        <pc:spChg chg="mod">
          <ac:chgData name="daochi zhang" userId="7bab22f253428d44" providerId="LiveId" clId="{C43E757E-2E45-4575-8EFB-9516C25FE285}" dt="2023-08-23T15:31:42.132" v="3163" actId="1076"/>
          <ac:spMkLst>
            <pc:docMk/>
            <pc:sldMk cId="1336838689" sldId="1291"/>
            <ac:spMk id="25" creationId="{A5C1BE44-A5C2-F844-8505-5F802B62BF5B}"/>
          </ac:spMkLst>
        </pc:spChg>
        <pc:spChg chg="mod">
          <ac:chgData name="daochi zhang" userId="7bab22f253428d44" providerId="LiveId" clId="{C43E757E-2E45-4575-8EFB-9516C25FE285}" dt="2023-08-23T15:31:44.971" v="3164" actId="1076"/>
          <ac:spMkLst>
            <pc:docMk/>
            <pc:sldMk cId="1336838689" sldId="1291"/>
            <ac:spMk id="26" creationId="{02575207-E3D4-2325-4C6F-542A1612C60C}"/>
          </ac:spMkLst>
        </pc:spChg>
        <pc:spChg chg="mod">
          <ac:chgData name="daochi zhang" userId="7bab22f253428d44" providerId="LiveId" clId="{C43E757E-2E45-4575-8EFB-9516C25FE285}" dt="2023-08-23T15:31:44.971" v="3164" actId="1076"/>
          <ac:spMkLst>
            <pc:docMk/>
            <pc:sldMk cId="1336838689" sldId="1291"/>
            <ac:spMk id="28" creationId="{E05BF18B-8B91-4AFB-16A9-F2F445E325B3}"/>
          </ac:spMkLst>
        </pc:spChg>
        <pc:spChg chg="mod">
          <ac:chgData name="daochi zhang" userId="7bab22f253428d44" providerId="LiveId" clId="{C43E757E-2E45-4575-8EFB-9516C25FE285}" dt="2023-08-23T15:31:44.971" v="3164" actId="1076"/>
          <ac:spMkLst>
            <pc:docMk/>
            <pc:sldMk cId="1336838689" sldId="1291"/>
            <ac:spMk id="30" creationId="{595C2BAA-09DB-376C-8319-D59D68E87BF1}"/>
          </ac:spMkLst>
        </pc:spChg>
        <pc:spChg chg="del">
          <ac:chgData name="daochi zhang" userId="7bab22f253428d44" providerId="LiveId" clId="{C43E757E-2E45-4575-8EFB-9516C25FE285}" dt="2023-08-23T15:29:34.387" v="3132" actId="478"/>
          <ac:spMkLst>
            <pc:docMk/>
            <pc:sldMk cId="1336838689" sldId="1291"/>
            <ac:spMk id="31" creationId="{00000000-0000-0000-0000-000000000000}"/>
          </ac:spMkLst>
        </pc:spChg>
        <pc:spChg chg="mod">
          <ac:chgData name="daochi zhang" userId="7bab22f253428d44" providerId="LiveId" clId="{C43E757E-2E45-4575-8EFB-9516C25FE285}" dt="2023-08-23T15:31:44.971" v="3164" actId="1076"/>
          <ac:spMkLst>
            <pc:docMk/>
            <pc:sldMk cId="1336838689" sldId="1291"/>
            <ac:spMk id="32" creationId="{83EB0FAE-ED43-4D54-1FD4-53C334D58C43}"/>
          </ac:spMkLst>
        </pc:spChg>
        <pc:picChg chg="mod">
          <ac:chgData name="daochi zhang" userId="7bab22f253428d44" providerId="LiveId" clId="{C43E757E-2E45-4575-8EFB-9516C25FE285}" dt="2023-08-23T15:29:41.783" v="3134" actId="1076"/>
          <ac:picMkLst>
            <pc:docMk/>
            <pc:sldMk cId="1336838689" sldId="1291"/>
            <ac:picMk id="6" creationId="{17C9DF96-BAD8-5442-571E-036C8BE63EFD}"/>
          </ac:picMkLst>
        </pc:picChg>
      </pc:sldChg>
      <pc:sldChg chg="modSp add del mod">
        <pc:chgData name="daochi zhang" userId="7bab22f253428d44" providerId="LiveId" clId="{C43E757E-2E45-4575-8EFB-9516C25FE285}" dt="2023-08-23T14:31:54.424" v="1655" actId="47"/>
        <pc:sldMkLst>
          <pc:docMk/>
          <pc:sldMk cId="3198005922" sldId="1292"/>
        </pc:sldMkLst>
        <pc:spChg chg="mod">
          <ac:chgData name="daochi zhang" userId="7bab22f253428d44" providerId="LiveId" clId="{C43E757E-2E45-4575-8EFB-9516C25FE285}" dt="2023-08-23T14:31:51.039" v="1654"/>
          <ac:spMkLst>
            <pc:docMk/>
            <pc:sldMk cId="3198005922" sldId="1292"/>
            <ac:spMk id="4" creationId="{140F6137-8D6E-0448-6A62-B89A84BCD7AD}"/>
          </ac:spMkLst>
        </pc:spChg>
      </pc:sldChg>
      <pc:sldChg chg="addSp delSp modSp add mod ord">
        <pc:chgData name="daochi zhang" userId="7bab22f253428d44" providerId="LiveId" clId="{C43E757E-2E45-4575-8EFB-9516C25FE285}" dt="2023-08-23T15:33:52.050" v="3277" actId="1076"/>
        <pc:sldMkLst>
          <pc:docMk/>
          <pc:sldMk cId="3865202006" sldId="1292"/>
        </pc:sldMkLst>
        <pc:spChg chg="mod">
          <ac:chgData name="daochi zhang" userId="7bab22f253428d44" providerId="LiveId" clId="{C43E757E-2E45-4575-8EFB-9516C25FE285}" dt="2023-08-23T14:53:05.144" v="2133" actId="1076"/>
          <ac:spMkLst>
            <pc:docMk/>
            <pc:sldMk cId="3865202006" sldId="1292"/>
            <ac:spMk id="3" creationId="{5544BFCC-0296-CC0B-F0E1-E89E020B7D9C}"/>
          </ac:spMkLst>
        </pc:spChg>
        <pc:spChg chg="mod">
          <ac:chgData name="daochi zhang" userId="7bab22f253428d44" providerId="LiveId" clId="{C43E757E-2E45-4575-8EFB-9516C25FE285}" dt="2023-08-23T14:54:17.858" v="2199"/>
          <ac:spMkLst>
            <pc:docMk/>
            <pc:sldMk cId="3865202006" sldId="1292"/>
            <ac:spMk id="4" creationId="{12C245F4-85E7-9A83-75D1-CDF20DAEBEBB}"/>
          </ac:spMkLst>
        </pc:spChg>
        <pc:spChg chg="add del mod">
          <ac:chgData name="daochi zhang" userId="7bab22f253428d44" providerId="LiveId" clId="{C43E757E-2E45-4575-8EFB-9516C25FE285}" dt="2023-08-23T14:54:23.801" v="2200" actId="478"/>
          <ac:spMkLst>
            <pc:docMk/>
            <pc:sldMk cId="3865202006" sldId="1292"/>
            <ac:spMk id="6" creationId="{01AA215D-CE51-6BA7-7099-367497F60D41}"/>
          </ac:spMkLst>
        </pc:spChg>
        <pc:spChg chg="mod">
          <ac:chgData name="daochi zhang" userId="7bab22f253428d44" providerId="LiveId" clId="{C43E757E-2E45-4575-8EFB-9516C25FE285}" dt="2023-08-23T14:59:43.706" v="2491" actId="1076"/>
          <ac:spMkLst>
            <pc:docMk/>
            <pc:sldMk cId="3865202006" sldId="1292"/>
            <ac:spMk id="7" creationId="{8B14CB5B-3500-02B8-39F9-B66AE84E489D}"/>
          </ac:spMkLst>
        </pc:spChg>
        <pc:spChg chg="add mod">
          <ac:chgData name="daochi zhang" userId="7bab22f253428d44" providerId="LiveId" clId="{C43E757E-2E45-4575-8EFB-9516C25FE285}" dt="2023-08-23T14:57:00.790" v="2324" actId="1076"/>
          <ac:spMkLst>
            <pc:docMk/>
            <pc:sldMk cId="3865202006" sldId="1292"/>
            <ac:spMk id="8" creationId="{E3FD807D-3991-8D1C-34AF-39340F1263C8}"/>
          </ac:spMkLst>
        </pc:spChg>
        <pc:spChg chg="mod">
          <ac:chgData name="daochi zhang" userId="7bab22f253428d44" providerId="LiveId" clId="{C43E757E-2E45-4575-8EFB-9516C25FE285}" dt="2023-08-23T15:32:59.516" v="3225" actId="20577"/>
          <ac:spMkLst>
            <pc:docMk/>
            <pc:sldMk cId="3865202006" sldId="1292"/>
            <ac:spMk id="9" creationId="{D3C534CE-764F-2E1E-7A0C-20843CF840B6}"/>
          </ac:spMkLst>
        </pc:spChg>
        <pc:spChg chg="add mod">
          <ac:chgData name="daochi zhang" userId="7bab22f253428d44" providerId="LiveId" clId="{C43E757E-2E45-4575-8EFB-9516C25FE285}" dt="2023-08-23T14:57:00.790" v="2324" actId="1076"/>
          <ac:spMkLst>
            <pc:docMk/>
            <pc:sldMk cId="3865202006" sldId="1292"/>
            <ac:spMk id="10" creationId="{12419A04-F816-BAD1-A68F-6216305391BD}"/>
          </ac:spMkLst>
        </pc:spChg>
        <pc:spChg chg="add mod">
          <ac:chgData name="daochi zhang" userId="7bab22f253428d44" providerId="LiveId" clId="{C43E757E-2E45-4575-8EFB-9516C25FE285}" dt="2023-08-23T14:57:00.790" v="2324" actId="1076"/>
          <ac:spMkLst>
            <pc:docMk/>
            <pc:sldMk cId="3865202006" sldId="1292"/>
            <ac:spMk id="11" creationId="{F3AC786E-188D-0DC7-B4AA-E3F0C66E45F6}"/>
          </ac:spMkLst>
        </pc:spChg>
        <pc:spChg chg="del mod">
          <ac:chgData name="daochi zhang" userId="7bab22f253428d44" providerId="LiveId" clId="{C43E757E-2E45-4575-8EFB-9516C25FE285}" dt="2023-08-23T14:54:15.057" v="2198"/>
          <ac:spMkLst>
            <pc:docMk/>
            <pc:sldMk cId="3865202006" sldId="1292"/>
            <ac:spMk id="12" creationId="{F296DAC7-09B2-DE19-228C-F4CD1EAFB0AD}"/>
          </ac:spMkLst>
        </pc:spChg>
        <pc:spChg chg="add mod">
          <ac:chgData name="daochi zhang" userId="7bab22f253428d44" providerId="LiveId" clId="{C43E757E-2E45-4575-8EFB-9516C25FE285}" dt="2023-08-23T14:57:00.790" v="2324" actId="1076"/>
          <ac:spMkLst>
            <pc:docMk/>
            <pc:sldMk cId="3865202006" sldId="1292"/>
            <ac:spMk id="13" creationId="{563FACDD-AF5B-8B92-45A9-609E662679EE}"/>
          </ac:spMkLst>
        </pc:spChg>
        <pc:spChg chg="add mod">
          <ac:chgData name="daochi zhang" userId="7bab22f253428d44" providerId="LiveId" clId="{C43E757E-2E45-4575-8EFB-9516C25FE285}" dt="2023-08-23T14:59:30.265" v="2484" actId="1076"/>
          <ac:spMkLst>
            <pc:docMk/>
            <pc:sldMk cId="3865202006" sldId="1292"/>
            <ac:spMk id="15" creationId="{51E93F5C-B758-E9BC-18F6-7D19B1A6B990}"/>
          </ac:spMkLst>
        </pc:spChg>
        <pc:spChg chg="add mod">
          <ac:chgData name="daochi zhang" userId="7bab22f253428d44" providerId="LiveId" clId="{C43E757E-2E45-4575-8EFB-9516C25FE285}" dt="2023-08-23T14:57:21.721" v="2332" actId="1076"/>
          <ac:spMkLst>
            <pc:docMk/>
            <pc:sldMk cId="3865202006" sldId="1292"/>
            <ac:spMk id="16" creationId="{7C312AE1-D1FB-4206-C4F8-BDB295DEF2CF}"/>
          </ac:spMkLst>
        </pc:spChg>
        <pc:spChg chg="add mod">
          <ac:chgData name="daochi zhang" userId="7bab22f253428d44" providerId="LiveId" clId="{C43E757E-2E45-4575-8EFB-9516C25FE285}" dt="2023-08-23T14:57:02.963" v="2326" actId="1076"/>
          <ac:spMkLst>
            <pc:docMk/>
            <pc:sldMk cId="3865202006" sldId="1292"/>
            <ac:spMk id="17" creationId="{7C5889E0-2198-5AF3-BB79-345B22D53E99}"/>
          </ac:spMkLst>
        </pc:spChg>
        <pc:spChg chg="add del">
          <ac:chgData name="daochi zhang" userId="7bab22f253428d44" providerId="LiveId" clId="{C43E757E-2E45-4575-8EFB-9516C25FE285}" dt="2023-08-23T14:54:15.047" v="2196" actId="22"/>
          <ac:spMkLst>
            <pc:docMk/>
            <pc:sldMk cId="3865202006" sldId="1292"/>
            <ac:spMk id="19" creationId="{64A07826-99B5-5C3A-E42B-47BCD7C73A92}"/>
          </ac:spMkLst>
        </pc:spChg>
        <pc:spChg chg="add mod">
          <ac:chgData name="daochi zhang" userId="7bab22f253428d44" providerId="LiveId" clId="{C43E757E-2E45-4575-8EFB-9516C25FE285}" dt="2023-08-23T14:57:00.790" v="2324" actId="1076"/>
          <ac:spMkLst>
            <pc:docMk/>
            <pc:sldMk cId="3865202006" sldId="1292"/>
            <ac:spMk id="20" creationId="{90A7782B-3D56-DA09-C2EB-E93A20114DAF}"/>
          </ac:spMkLst>
        </pc:spChg>
        <pc:spChg chg="add mod">
          <ac:chgData name="daochi zhang" userId="7bab22f253428d44" providerId="LiveId" clId="{C43E757E-2E45-4575-8EFB-9516C25FE285}" dt="2023-08-23T14:57:00.790" v="2324" actId="1076"/>
          <ac:spMkLst>
            <pc:docMk/>
            <pc:sldMk cId="3865202006" sldId="1292"/>
            <ac:spMk id="21" creationId="{EC8E2B8B-B753-1BB0-E899-3239218398AB}"/>
          </ac:spMkLst>
        </pc:spChg>
        <pc:spChg chg="add mod">
          <ac:chgData name="daochi zhang" userId="7bab22f253428d44" providerId="LiveId" clId="{C43E757E-2E45-4575-8EFB-9516C25FE285}" dt="2023-08-23T14:57:00.790" v="2324" actId="1076"/>
          <ac:spMkLst>
            <pc:docMk/>
            <pc:sldMk cId="3865202006" sldId="1292"/>
            <ac:spMk id="22" creationId="{599B7751-2237-F4B2-CE8A-62D368F8ACF0}"/>
          </ac:spMkLst>
        </pc:spChg>
        <pc:spChg chg="add mod">
          <ac:chgData name="daochi zhang" userId="7bab22f253428d44" providerId="LiveId" clId="{C43E757E-2E45-4575-8EFB-9516C25FE285}" dt="2023-08-23T14:57:00.790" v="2324" actId="1076"/>
          <ac:spMkLst>
            <pc:docMk/>
            <pc:sldMk cId="3865202006" sldId="1292"/>
            <ac:spMk id="23" creationId="{C13BF335-812E-F1A8-6674-1A696C79D517}"/>
          </ac:spMkLst>
        </pc:spChg>
        <pc:spChg chg="add del mod">
          <ac:chgData name="daochi zhang" userId="7bab22f253428d44" providerId="LiveId" clId="{C43E757E-2E45-4575-8EFB-9516C25FE285}" dt="2023-08-23T14:56:34.258" v="2315"/>
          <ac:spMkLst>
            <pc:docMk/>
            <pc:sldMk cId="3865202006" sldId="1292"/>
            <ac:spMk id="24" creationId="{3B175E40-9287-23FB-DFCB-A084DD21AC32}"/>
          </ac:spMkLst>
        </pc:spChg>
        <pc:spChg chg="add mod">
          <ac:chgData name="daochi zhang" userId="7bab22f253428d44" providerId="LiveId" clId="{C43E757E-2E45-4575-8EFB-9516C25FE285}" dt="2023-08-23T14:57:25.082" v="2333" actId="1076"/>
          <ac:spMkLst>
            <pc:docMk/>
            <pc:sldMk cId="3865202006" sldId="1292"/>
            <ac:spMk id="25" creationId="{FFB2F52B-E268-647F-D838-C725E22400BE}"/>
          </ac:spMkLst>
        </pc:spChg>
        <pc:spChg chg="add mod">
          <ac:chgData name="daochi zhang" userId="7bab22f253428d44" providerId="LiveId" clId="{C43E757E-2E45-4575-8EFB-9516C25FE285}" dt="2023-08-23T14:57:25.082" v="2333" actId="1076"/>
          <ac:spMkLst>
            <pc:docMk/>
            <pc:sldMk cId="3865202006" sldId="1292"/>
            <ac:spMk id="26" creationId="{9B314718-5221-C993-7B20-471A43932BF5}"/>
          </ac:spMkLst>
        </pc:spChg>
        <pc:spChg chg="add mod">
          <ac:chgData name="daochi zhang" userId="7bab22f253428d44" providerId="LiveId" clId="{C43E757E-2E45-4575-8EFB-9516C25FE285}" dt="2023-08-23T15:33:52.050" v="3277" actId="1076"/>
          <ac:spMkLst>
            <pc:docMk/>
            <pc:sldMk cId="3865202006" sldId="1292"/>
            <ac:spMk id="28" creationId="{4A37DA11-4B39-B1E2-0B66-5A07961C3745}"/>
          </ac:spMkLst>
        </pc:spChg>
        <pc:grpChg chg="add mod">
          <ac:chgData name="daochi zhang" userId="7bab22f253428d44" providerId="LiveId" clId="{C43E757E-2E45-4575-8EFB-9516C25FE285}" dt="2023-08-23T14:57:33.840" v="2334" actId="1076"/>
          <ac:grpSpMkLst>
            <pc:docMk/>
            <pc:sldMk cId="3865202006" sldId="1292"/>
            <ac:grpSpMk id="27" creationId="{E0A080AE-FC62-DAC2-BE0E-9E8E7275953D}"/>
          </ac:grpSpMkLst>
        </pc:grpChg>
        <pc:picChg chg="del">
          <ac:chgData name="daochi zhang" userId="7bab22f253428d44" providerId="LiveId" clId="{C43E757E-2E45-4575-8EFB-9516C25FE285}" dt="2023-08-23T14:41:46.400" v="1836" actId="478"/>
          <ac:picMkLst>
            <pc:docMk/>
            <pc:sldMk cId="3865202006" sldId="1292"/>
            <ac:picMk id="14" creationId="{D46D684F-BE1A-10DB-FCAB-C6161E919C48}"/>
          </ac:picMkLst>
        </pc:picChg>
      </pc:sldChg>
      <pc:sldChg chg="addSp delSp modSp add mod ord">
        <pc:chgData name="daochi zhang" userId="7bab22f253428d44" providerId="LiveId" clId="{C43E757E-2E45-4575-8EFB-9516C25FE285}" dt="2023-08-23T15:06:16.976" v="2827" actId="1076"/>
        <pc:sldMkLst>
          <pc:docMk/>
          <pc:sldMk cId="1563637784" sldId="1293"/>
        </pc:sldMkLst>
        <pc:spChg chg="del">
          <ac:chgData name="daochi zhang" userId="7bab22f253428d44" providerId="LiveId" clId="{C43E757E-2E45-4575-8EFB-9516C25FE285}" dt="2023-08-23T15:00:06.978" v="2496" actId="478"/>
          <ac:spMkLst>
            <pc:docMk/>
            <pc:sldMk cId="1563637784" sldId="1293"/>
            <ac:spMk id="3" creationId="{5544BFCC-0296-CC0B-F0E1-E89E020B7D9C}"/>
          </ac:spMkLst>
        </pc:spChg>
        <pc:spChg chg="add del mod">
          <ac:chgData name="daochi zhang" userId="7bab22f253428d44" providerId="LiveId" clId="{C43E757E-2E45-4575-8EFB-9516C25FE285}" dt="2023-08-23T15:00:20.425" v="2498" actId="478"/>
          <ac:spMkLst>
            <pc:docMk/>
            <pc:sldMk cId="1563637784" sldId="1293"/>
            <ac:spMk id="6" creationId="{DFEC6B91-CD06-E6E1-1784-A4968E080AE4}"/>
          </ac:spMkLst>
        </pc:spChg>
        <pc:spChg chg="del">
          <ac:chgData name="daochi zhang" userId="7bab22f253428d44" providerId="LiveId" clId="{C43E757E-2E45-4575-8EFB-9516C25FE285}" dt="2023-08-23T15:00:01.225" v="2493" actId="478"/>
          <ac:spMkLst>
            <pc:docMk/>
            <pc:sldMk cId="1563637784" sldId="1293"/>
            <ac:spMk id="7" creationId="{8B14CB5B-3500-02B8-39F9-B66AE84E489D}"/>
          </ac:spMkLst>
        </pc:spChg>
        <pc:spChg chg="add mod">
          <ac:chgData name="daochi zhang" userId="7bab22f253428d44" providerId="LiveId" clId="{C43E757E-2E45-4575-8EFB-9516C25FE285}" dt="2023-08-23T15:00:20.773" v="2499"/>
          <ac:spMkLst>
            <pc:docMk/>
            <pc:sldMk cId="1563637784" sldId="1293"/>
            <ac:spMk id="8" creationId="{D9371307-64E2-734E-6071-0649CC51410F}"/>
          </ac:spMkLst>
        </pc:spChg>
        <pc:spChg chg="del">
          <ac:chgData name="daochi zhang" userId="7bab22f253428d44" providerId="LiveId" clId="{C43E757E-2E45-4575-8EFB-9516C25FE285}" dt="2023-08-23T15:00:01.225" v="2493" actId="478"/>
          <ac:spMkLst>
            <pc:docMk/>
            <pc:sldMk cId="1563637784" sldId="1293"/>
            <ac:spMk id="9" creationId="{D3C534CE-764F-2E1E-7A0C-20843CF840B6}"/>
          </ac:spMkLst>
        </pc:spChg>
        <pc:spChg chg="del">
          <ac:chgData name="daochi zhang" userId="7bab22f253428d44" providerId="LiveId" clId="{C43E757E-2E45-4575-8EFB-9516C25FE285}" dt="2023-08-23T15:00:01.225" v="2493" actId="478"/>
          <ac:spMkLst>
            <pc:docMk/>
            <pc:sldMk cId="1563637784" sldId="1293"/>
            <ac:spMk id="12" creationId="{F296DAC7-09B2-DE19-228C-F4CD1EAFB0AD}"/>
          </ac:spMkLst>
        </pc:spChg>
        <pc:spChg chg="add mod">
          <ac:chgData name="daochi zhang" userId="7bab22f253428d44" providerId="LiveId" clId="{C43E757E-2E45-4575-8EFB-9516C25FE285}" dt="2023-08-23T15:03:51.499" v="2606" actId="164"/>
          <ac:spMkLst>
            <pc:docMk/>
            <pc:sldMk cId="1563637784" sldId="1293"/>
            <ac:spMk id="18" creationId="{D0B135F1-7CD4-4DEE-A5A5-99D7F191C512}"/>
          </ac:spMkLst>
        </pc:spChg>
        <pc:spChg chg="add mod">
          <ac:chgData name="daochi zhang" userId="7bab22f253428d44" providerId="LiveId" clId="{C43E757E-2E45-4575-8EFB-9516C25FE285}" dt="2023-08-23T15:03:51.499" v="2606" actId="164"/>
          <ac:spMkLst>
            <pc:docMk/>
            <pc:sldMk cId="1563637784" sldId="1293"/>
            <ac:spMk id="19" creationId="{3C5AC95E-3D4F-8711-C4C1-4AD9159DF9FE}"/>
          </ac:spMkLst>
        </pc:spChg>
        <pc:spChg chg="add mod">
          <ac:chgData name="daochi zhang" userId="7bab22f253428d44" providerId="LiveId" clId="{C43E757E-2E45-4575-8EFB-9516C25FE285}" dt="2023-08-23T15:03:51.499" v="2606" actId="164"/>
          <ac:spMkLst>
            <pc:docMk/>
            <pc:sldMk cId="1563637784" sldId="1293"/>
            <ac:spMk id="20" creationId="{DDFB6FFD-AB9C-FF0D-9C71-1B0EFA2CFC3C}"/>
          </ac:spMkLst>
        </pc:spChg>
        <pc:spChg chg="add del mod">
          <ac:chgData name="daochi zhang" userId="7bab22f253428d44" providerId="LiveId" clId="{C43E757E-2E45-4575-8EFB-9516C25FE285}" dt="2023-08-23T15:03:25.268" v="2556"/>
          <ac:spMkLst>
            <pc:docMk/>
            <pc:sldMk cId="1563637784" sldId="1293"/>
            <ac:spMk id="21" creationId="{36D0A72B-344D-CE68-1FFA-C44B19758C96}"/>
          </ac:spMkLst>
        </pc:spChg>
        <pc:spChg chg="add mod">
          <ac:chgData name="daochi zhang" userId="7bab22f253428d44" providerId="LiveId" clId="{C43E757E-2E45-4575-8EFB-9516C25FE285}" dt="2023-08-23T15:06:04.601" v="2826" actId="1076"/>
          <ac:spMkLst>
            <pc:docMk/>
            <pc:sldMk cId="1563637784" sldId="1293"/>
            <ac:spMk id="23" creationId="{434928FD-F9F7-F753-665E-CFC8DA3B5FD9}"/>
          </ac:spMkLst>
        </pc:spChg>
        <pc:spChg chg="add mod">
          <ac:chgData name="daochi zhang" userId="7bab22f253428d44" providerId="LiveId" clId="{C43E757E-2E45-4575-8EFB-9516C25FE285}" dt="2023-08-23T15:06:16.976" v="2827" actId="1076"/>
          <ac:spMkLst>
            <pc:docMk/>
            <pc:sldMk cId="1563637784" sldId="1293"/>
            <ac:spMk id="25" creationId="{D559FAE8-679B-E7F6-C844-8A9410553573}"/>
          </ac:spMkLst>
        </pc:spChg>
        <pc:grpChg chg="add mod">
          <ac:chgData name="daochi zhang" userId="7bab22f253428d44" providerId="LiveId" clId="{C43E757E-2E45-4575-8EFB-9516C25FE285}" dt="2023-08-23T15:05:31.043" v="2772" actId="1076"/>
          <ac:grpSpMkLst>
            <pc:docMk/>
            <pc:sldMk cId="1563637784" sldId="1293"/>
            <ac:grpSpMk id="24" creationId="{4D36C5EF-9AA1-194A-F4C1-9DC16207FA56}"/>
          </ac:grpSpMkLst>
        </pc:grpChg>
        <pc:picChg chg="add mod">
          <ac:chgData name="daochi zhang" userId="7bab22f253428d44" providerId="LiveId" clId="{C43E757E-2E45-4575-8EFB-9516C25FE285}" dt="2023-08-23T15:03:51.499" v="2606" actId="164"/>
          <ac:picMkLst>
            <pc:docMk/>
            <pc:sldMk cId="1563637784" sldId="1293"/>
            <ac:picMk id="11" creationId="{17F782E8-4EC3-D19C-1000-67D747F31B9A}"/>
          </ac:picMkLst>
        </pc:picChg>
        <pc:picChg chg="del">
          <ac:chgData name="daochi zhang" userId="7bab22f253428d44" providerId="LiveId" clId="{C43E757E-2E45-4575-8EFB-9516C25FE285}" dt="2023-08-23T15:00:01.225" v="2493" actId="478"/>
          <ac:picMkLst>
            <pc:docMk/>
            <pc:sldMk cId="1563637784" sldId="1293"/>
            <ac:picMk id="14" creationId="{D46D684F-BE1A-10DB-FCAB-C6161E919C48}"/>
          </ac:picMkLst>
        </pc:picChg>
        <pc:picChg chg="add mod modCrop">
          <ac:chgData name="daochi zhang" userId="7bab22f253428d44" providerId="LiveId" clId="{C43E757E-2E45-4575-8EFB-9516C25FE285}" dt="2023-08-23T15:03:51.499" v="2606" actId="164"/>
          <ac:picMkLst>
            <pc:docMk/>
            <pc:sldMk cId="1563637784" sldId="1293"/>
            <ac:picMk id="15" creationId="{2B8B44DE-FB7E-7754-3649-469C34AD9663}"/>
          </ac:picMkLst>
        </pc:picChg>
        <pc:picChg chg="add mod modCrop">
          <ac:chgData name="daochi zhang" userId="7bab22f253428d44" providerId="LiveId" clId="{C43E757E-2E45-4575-8EFB-9516C25FE285}" dt="2023-08-23T15:03:51.499" v="2606" actId="164"/>
          <ac:picMkLst>
            <pc:docMk/>
            <pc:sldMk cId="1563637784" sldId="1293"/>
            <ac:picMk id="17" creationId="{FD8E233A-615D-2C9D-1B7B-2CC88D55D86B}"/>
          </ac:picMkLst>
        </pc:picChg>
      </pc:sldChg>
      <pc:sldChg chg="delSp add del mod">
        <pc:chgData name="daochi zhang" userId="7bab22f253428d44" providerId="LiveId" clId="{C43E757E-2E45-4575-8EFB-9516C25FE285}" dt="2023-08-23T15:37:53.269" v="3373" actId="47"/>
        <pc:sldMkLst>
          <pc:docMk/>
          <pc:sldMk cId="171098189" sldId="1294"/>
        </pc:sldMkLst>
        <pc:spChg chg="del">
          <ac:chgData name="daochi zhang" userId="7bab22f253428d44" providerId="LiveId" clId="{C43E757E-2E45-4575-8EFB-9516C25FE285}" dt="2023-08-23T15:37:37.087" v="3364" actId="478"/>
          <ac:spMkLst>
            <pc:docMk/>
            <pc:sldMk cId="171098189" sldId="1294"/>
            <ac:spMk id="18" creationId="{E450A5B6-D942-8989-3D0D-5928C99A95C1}"/>
          </ac:spMkLst>
        </pc:spChg>
        <pc:picChg chg="del">
          <ac:chgData name="daochi zhang" userId="7bab22f253428d44" providerId="LiveId" clId="{C43E757E-2E45-4575-8EFB-9516C25FE285}" dt="2023-08-23T15:37:36.172" v="3363" actId="478"/>
          <ac:picMkLst>
            <pc:docMk/>
            <pc:sldMk cId="171098189" sldId="1294"/>
            <ac:picMk id="14" creationId="{D46D684F-BE1A-10DB-FCAB-C6161E919C48}"/>
          </ac:picMkLst>
        </pc:picChg>
        <pc:picChg chg="del">
          <ac:chgData name="daochi zhang" userId="7bab22f253428d44" providerId="LiveId" clId="{C43E757E-2E45-4575-8EFB-9516C25FE285}" dt="2023-08-23T15:37:49.249" v="3370" actId="21"/>
          <ac:picMkLst>
            <pc:docMk/>
            <pc:sldMk cId="171098189" sldId="1294"/>
            <ac:picMk id="20" creationId="{45D6D66F-0070-1A2B-F11D-014299BD42B8}"/>
          </ac:picMkLst>
        </pc:picChg>
      </pc:sldChg>
      <pc:sldChg chg="addSp delSp modSp add mod">
        <pc:chgData name="daochi zhang" userId="7bab22f253428d44" providerId="LiveId" clId="{C43E757E-2E45-4575-8EFB-9516C25FE285}" dt="2023-08-23T15:38:06.260" v="3380" actId="1076"/>
        <pc:sldMkLst>
          <pc:docMk/>
          <pc:sldMk cId="614477205" sldId="1295"/>
        </pc:sldMkLst>
        <pc:spChg chg="mod">
          <ac:chgData name="daochi zhang" userId="7bab22f253428d44" providerId="LiveId" clId="{C43E757E-2E45-4575-8EFB-9516C25FE285}" dt="2023-08-23T15:38:01.411" v="3376" actId="1076"/>
          <ac:spMkLst>
            <pc:docMk/>
            <pc:sldMk cId="614477205" sldId="1295"/>
            <ac:spMk id="15" creationId="{546C92FA-43A7-2B74-008D-3F3BE41B364B}"/>
          </ac:spMkLst>
        </pc:spChg>
        <pc:spChg chg="mod">
          <ac:chgData name="daochi zhang" userId="7bab22f253428d44" providerId="LiveId" clId="{C43E757E-2E45-4575-8EFB-9516C25FE285}" dt="2023-08-23T15:38:01.411" v="3376" actId="1076"/>
          <ac:spMkLst>
            <pc:docMk/>
            <pc:sldMk cId="614477205" sldId="1295"/>
            <ac:spMk id="16" creationId="{83EB69D1-6477-7678-842C-B0DDCC09B089}"/>
          </ac:spMkLst>
        </pc:spChg>
        <pc:spChg chg="del">
          <ac:chgData name="daochi zhang" userId="7bab22f253428d44" providerId="LiveId" clId="{C43E757E-2E45-4575-8EFB-9516C25FE285}" dt="2023-08-23T15:37:42.791" v="3366" actId="478"/>
          <ac:spMkLst>
            <pc:docMk/>
            <pc:sldMk cId="614477205" sldId="1295"/>
            <ac:spMk id="17" creationId="{4E2B902E-BC66-C818-A958-F1F5E1559C44}"/>
          </ac:spMkLst>
        </pc:spChg>
        <pc:spChg chg="del">
          <ac:chgData name="daochi zhang" userId="7bab22f253428d44" providerId="LiveId" clId="{C43E757E-2E45-4575-8EFB-9516C25FE285}" dt="2023-08-23T15:37:42.791" v="3366" actId="478"/>
          <ac:spMkLst>
            <pc:docMk/>
            <pc:sldMk cId="614477205" sldId="1295"/>
            <ac:spMk id="18" creationId="{E450A5B6-D942-8989-3D0D-5928C99A95C1}"/>
          </ac:spMkLst>
        </pc:spChg>
        <pc:spChg chg="mod">
          <ac:chgData name="daochi zhang" userId="7bab22f253428d44" providerId="LiveId" clId="{C43E757E-2E45-4575-8EFB-9516C25FE285}" dt="2023-08-23T15:38:01.411" v="3376" actId="1076"/>
          <ac:spMkLst>
            <pc:docMk/>
            <pc:sldMk cId="614477205" sldId="1295"/>
            <ac:spMk id="22" creationId="{82D3FEFC-8C88-9AA7-EBBD-DAACF4FCD36F}"/>
          </ac:spMkLst>
        </pc:spChg>
        <pc:picChg chg="add mod">
          <ac:chgData name="daochi zhang" userId="7bab22f253428d44" providerId="LiveId" clId="{C43E757E-2E45-4575-8EFB-9516C25FE285}" dt="2023-08-23T15:38:06.260" v="3380" actId="1076"/>
          <ac:picMkLst>
            <pc:docMk/>
            <pc:sldMk cId="614477205" sldId="1295"/>
            <ac:picMk id="6" creationId="{AAE58E1D-D141-66EC-764A-A80E269CFFEC}"/>
          </ac:picMkLst>
        </pc:picChg>
        <pc:picChg chg="del">
          <ac:chgData name="daochi zhang" userId="7bab22f253428d44" providerId="LiveId" clId="{C43E757E-2E45-4575-8EFB-9516C25FE285}" dt="2023-08-23T15:37:42.791" v="3366" actId="478"/>
          <ac:picMkLst>
            <pc:docMk/>
            <pc:sldMk cId="614477205" sldId="1295"/>
            <ac:picMk id="14" creationId="{D46D684F-BE1A-10DB-FCAB-C6161E919C48}"/>
          </ac:picMkLst>
        </pc:picChg>
      </pc:sldChg>
      <pc:sldChg chg="addSp delSp modSp add mod">
        <pc:chgData name="daochi zhang" userId="7bab22f253428d44" providerId="LiveId" clId="{C43E757E-2E45-4575-8EFB-9516C25FE285}" dt="2023-08-23T15:43:35.082" v="3673" actId="1076"/>
        <pc:sldMkLst>
          <pc:docMk/>
          <pc:sldMk cId="3905039075" sldId="1296"/>
        </pc:sldMkLst>
        <pc:spChg chg="mod ord">
          <ac:chgData name="daochi zhang" userId="7bab22f253428d44" providerId="LiveId" clId="{C43E757E-2E45-4575-8EFB-9516C25FE285}" dt="2023-08-23T15:42:43.445" v="3582" actId="207"/>
          <ac:spMkLst>
            <pc:docMk/>
            <pc:sldMk cId="3905039075" sldId="1296"/>
            <ac:spMk id="3" creationId="{3230A27A-499D-7E2A-DC5B-19BFB1703780}"/>
          </ac:spMkLst>
        </pc:spChg>
        <pc:spChg chg="add del">
          <ac:chgData name="daochi zhang" userId="7bab22f253428d44" providerId="LiveId" clId="{C43E757E-2E45-4575-8EFB-9516C25FE285}" dt="2023-08-23T15:38:49.727" v="3386" actId="478"/>
          <ac:spMkLst>
            <pc:docMk/>
            <pc:sldMk cId="3905039075" sldId="1296"/>
            <ac:spMk id="17" creationId="{773992D6-B3E8-920B-AEF0-5A22EBFEE0C8}"/>
          </ac:spMkLst>
        </pc:spChg>
        <pc:spChg chg="add del">
          <ac:chgData name="daochi zhang" userId="7bab22f253428d44" providerId="LiveId" clId="{C43E757E-2E45-4575-8EFB-9516C25FE285}" dt="2023-08-23T15:38:49.727" v="3386" actId="478"/>
          <ac:spMkLst>
            <pc:docMk/>
            <pc:sldMk cId="3905039075" sldId="1296"/>
            <ac:spMk id="20" creationId="{55C5D0EB-A435-691D-D69E-819D8B295341}"/>
          </ac:spMkLst>
        </pc:spChg>
        <pc:spChg chg="add mod">
          <ac:chgData name="daochi zhang" userId="7bab22f253428d44" providerId="LiveId" clId="{C43E757E-2E45-4575-8EFB-9516C25FE285}" dt="2023-08-23T15:42:21.527" v="3578" actId="1076"/>
          <ac:spMkLst>
            <pc:docMk/>
            <pc:sldMk cId="3905039075" sldId="1296"/>
            <ac:spMk id="21" creationId="{E3430822-F4B6-8B59-69BF-4AF666CCDB84}"/>
          </ac:spMkLst>
        </pc:spChg>
        <pc:spChg chg="add del">
          <ac:chgData name="daochi zhang" userId="7bab22f253428d44" providerId="LiveId" clId="{C43E757E-2E45-4575-8EFB-9516C25FE285}" dt="2023-08-23T15:38:49.727" v="3386" actId="478"/>
          <ac:spMkLst>
            <pc:docMk/>
            <pc:sldMk cId="3905039075" sldId="1296"/>
            <ac:spMk id="23" creationId="{99BB4E17-2C4D-FE8D-0797-F8C0120A8B75}"/>
          </ac:spMkLst>
        </pc:spChg>
        <pc:spChg chg="add mod">
          <ac:chgData name="daochi zhang" userId="7bab22f253428d44" providerId="LiveId" clId="{C43E757E-2E45-4575-8EFB-9516C25FE285}" dt="2023-08-23T15:42:43.445" v="3582" actId="207"/>
          <ac:spMkLst>
            <pc:docMk/>
            <pc:sldMk cId="3905039075" sldId="1296"/>
            <ac:spMk id="24" creationId="{6FA03806-0337-FC94-10C6-66D25E2571FA}"/>
          </ac:spMkLst>
        </pc:spChg>
        <pc:spChg chg="add del">
          <ac:chgData name="daochi zhang" userId="7bab22f253428d44" providerId="LiveId" clId="{C43E757E-2E45-4575-8EFB-9516C25FE285}" dt="2023-08-23T15:38:49.727" v="3386" actId="478"/>
          <ac:spMkLst>
            <pc:docMk/>
            <pc:sldMk cId="3905039075" sldId="1296"/>
            <ac:spMk id="25" creationId="{A5C1BE44-A5C2-F844-8505-5F802B62BF5B}"/>
          </ac:spMkLst>
        </pc:spChg>
        <pc:spChg chg="add del">
          <ac:chgData name="daochi zhang" userId="7bab22f253428d44" providerId="LiveId" clId="{C43E757E-2E45-4575-8EFB-9516C25FE285}" dt="2023-08-23T15:38:49.727" v="3386" actId="478"/>
          <ac:spMkLst>
            <pc:docMk/>
            <pc:sldMk cId="3905039075" sldId="1296"/>
            <ac:spMk id="26" creationId="{02575207-E3D4-2325-4C6F-542A1612C60C}"/>
          </ac:spMkLst>
        </pc:spChg>
        <pc:spChg chg="add del">
          <ac:chgData name="daochi zhang" userId="7bab22f253428d44" providerId="LiveId" clId="{C43E757E-2E45-4575-8EFB-9516C25FE285}" dt="2023-08-23T15:38:49.727" v="3386" actId="478"/>
          <ac:spMkLst>
            <pc:docMk/>
            <pc:sldMk cId="3905039075" sldId="1296"/>
            <ac:spMk id="28" creationId="{E05BF18B-8B91-4AFB-16A9-F2F445E325B3}"/>
          </ac:spMkLst>
        </pc:spChg>
        <pc:spChg chg="add del">
          <ac:chgData name="daochi zhang" userId="7bab22f253428d44" providerId="LiveId" clId="{C43E757E-2E45-4575-8EFB-9516C25FE285}" dt="2023-08-23T15:38:49.727" v="3386" actId="478"/>
          <ac:spMkLst>
            <pc:docMk/>
            <pc:sldMk cId="3905039075" sldId="1296"/>
            <ac:spMk id="30" creationId="{595C2BAA-09DB-376C-8319-D59D68E87BF1}"/>
          </ac:spMkLst>
        </pc:spChg>
        <pc:spChg chg="add mod">
          <ac:chgData name="daochi zhang" userId="7bab22f253428d44" providerId="LiveId" clId="{C43E757E-2E45-4575-8EFB-9516C25FE285}" dt="2023-08-23T15:42:43.445" v="3582" actId="207"/>
          <ac:spMkLst>
            <pc:docMk/>
            <pc:sldMk cId="3905039075" sldId="1296"/>
            <ac:spMk id="31" creationId="{17CE2612-DD92-FBDD-32EF-A93C8A6548E9}"/>
          </ac:spMkLst>
        </pc:spChg>
        <pc:spChg chg="add del">
          <ac:chgData name="daochi zhang" userId="7bab22f253428d44" providerId="LiveId" clId="{C43E757E-2E45-4575-8EFB-9516C25FE285}" dt="2023-08-23T15:38:49.727" v="3386" actId="478"/>
          <ac:spMkLst>
            <pc:docMk/>
            <pc:sldMk cId="3905039075" sldId="1296"/>
            <ac:spMk id="32" creationId="{83EB0FAE-ED43-4D54-1FD4-53C334D58C43}"/>
          </ac:spMkLst>
        </pc:spChg>
        <pc:spChg chg="add mod">
          <ac:chgData name="daochi zhang" userId="7bab22f253428d44" providerId="LiveId" clId="{C43E757E-2E45-4575-8EFB-9516C25FE285}" dt="2023-08-23T15:42:43.445" v="3582" actId="207"/>
          <ac:spMkLst>
            <pc:docMk/>
            <pc:sldMk cId="3905039075" sldId="1296"/>
            <ac:spMk id="33" creationId="{08E5E243-D3EF-AC94-8725-7B560C9C0CC1}"/>
          </ac:spMkLst>
        </pc:spChg>
        <pc:spChg chg="add mod">
          <ac:chgData name="daochi zhang" userId="7bab22f253428d44" providerId="LiveId" clId="{C43E757E-2E45-4575-8EFB-9516C25FE285}" dt="2023-08-23T15:42:43.445" v="3582" actId="207"/>
          <ac:spMkLst>
            <pc:docMk/>
            <pc:sldMk cId="3905039075" sldId="1296"/>
            <ac:spMk id="34" creationId="{ACBC0868-95CC-5142-3F9A-AA48F6AA5BB7}"/>
          </ac:spMkLst>
        </pc:spChg>
        <pc:spChg chg="add mod">
          <ac:chgData name="daochi zhang" userId="7bab22f253428d44" providerId="LiveId" clId="{C43E757E-2E45-4575-8EFB-9516C25FE285}" dt="2023-08-23T15:43:26.717" v="3672" actId="20577"/>
          <ac:spMkLst>
            <pc:docMk/>
            <pc:sldMk cId="3905039075" sldId="1296"/>
            <ac:spMk id="36" creationId="{EC114BE6-55E9-C6A7-C3B6-EE9CE066AA1D}"/>
          </ac:spMkLst>
        </pc:spChg>
        <pc:grpChg chg="add mod">
          <ac:chgData name="daochi zhang" userId="7bab22f253428d44" providerId="LiveId" clId="{C43E757E-2E45-4575-8EFB-9516C25FE285}" dt="2023-08-23T15:43:35.082" v="3673" actId="1076"/>
          <ac:grpSpMkLst>
            <pc:docMk/>
            <pc:sldMk cId="3905039075" sldId="1296"/>
            <ac:grpSpMk id="35" creationId="{80E860AC-7658-4E14-4AA2-0C1A58329F8E}"/>
          </ac:grpSpMkLst>
        </pc:grpChg>
        <pc:picChg chg="mod">
          <ac:chgData name="daochi zhang" userId="7bab22f253428d44" providerId="LiveId" clId="{C43E757E-2E45-4575-8EFB-9516C25FE285}" dt="2023-08-23T15:42:57.812" v="3585" actId="1076"/>
          <ac:picMkLst>
            <pc:docMk/>
            <pc:sldMk cId="3905039075" sldId="1296"/>
            <ac:picMk id="6" creationId="{17C9DF96-BAD8-5442-571E-036C8BE63EFD}"/>
          </ac:picMkLst>
        </pc:picChg>
        <pc:picChg chg="mod">
          <ac:chgData name="daochi zhang" userId="7bab22f253428d44" providerId="LiveId" clId="{C43E757E-2E45-4575-8EFB-9516C25FE285}" dt="2023-08-23T15:42:43.445" v="3582" actId="207"/>
          <ac:picMkLst>
            <pc:docMk/>
            <pc:sldMk cId="3905039075" sldId="1296"/>
            <ac:picMk id="7" creationId="{00000000-0000-0000-0000-000000000000}"/>
          </ac:picMkLst>
        </pc:picChg>
        <pc:picChg chg="mod">
          <ac:chgData name="daochi zhang" userId="7bab22f253428d44" providerId="LiveId" clId="{C43E757E-2E45-4575-8EFB-9516C25FE285}" dt="2023-08-23T15:42:43.445" v="3582" actId="207"/>
          <ac:picMkLst>
            <pc:docMk/>
            <pc:sldMk cId="3905039075" sldId="1296"/>
            <ac:picMk id="8" creationId="{00000000-0000-0000-0000-000000000000}"/>
          </ac:picMkLst>
        </pc:picChg>
        <pc:picChg chg="mod">
          <ac:chgData name="daochi zhang" userId="7bab22f253428d44" providerId="LiveId" clId="{C43E757E-2E45-4575-8EFB-9516C25FE285}" dt="2023-08-23T15:42:43.445" v="3582" actId="207"/>
          <ac:picMkLst>
            <pc:docMk/>
            <pc:sldMk cId="3905039075" sldId="1296"/>
            <ac:picMk id="9" creationId="{00000000-0000-0000-0000-000000000000}"/>
          </ac:picMkLst>
        </pc:picChg>
        <pc:picChg chg="mod">
          <ac:chgData name="daochi zhang" userId="7bab22f253428d44" providerId="LiveId" clId="{C43E757E-2E45-4575-8EFB-9516C25FE285}" dt="2023-08-23T15:42:43.445" v="3582" actId="207"/>
          <ac:picMkLst>
            <pc:docMk/>
            <pc:sldMk cId="3905039075" sldId="1296"/>
            <ac:picMk id="10" creationId="{00000000-0000-0000-0000-000000000000}"/>
          </ac:picMkLst>
        </pc:picChg>
        <pc:picChg chg="mod">
          <ac:chgData name="daochi zhang" userId="7bab22f253428d44" providerId="LiveId" clId="{C43E757E-2E45-4575-8EFB-9516C25FE285}" dt="2023-08-23T15:42:43.445" v="3582" actId="207"/>
          <ac:picMkLst>
            <pc:docMk/>
            <pc:sldMk cId="3905039075" sldId="1296"/>
            <ac:picMk id="11" creationId="{00000000-0000-0000-0000-000000000000}"/>
          </ac:picMkLst>
        </pc:picChg>
        <pc:picChg chg="mod">
          <ac:chgData name="daochi zhang" userId="7bab22f253428d44" providerId="LiveId" clId="{C43E757E-2E45-4575-8EFB-9516C25FE285}" dt="2023-08-23T15:42:43.445" v="3582" actId="207"/>
          <ac:picMkLst>
            <pc:docMk/>
            <pc:sldMk cId="3905039075" sldId="1296"/>
            <ac:picMk id="12" creationId="{00000000-0000-0000-0000-000000000000}"/>
          </ac:picMkLst>
        </pc:picChg>
        <pc:picChg chg="mod">
          <ac:chgData name="daochi zhang" userId="7bab22f253428d44" providerId="LiveId" clId="{C43E757E-2E45-4575-8EFB-9516C25FE285}" dt="2023-08-23T15:42:43.445" v="3582" actId="207"/>
          <ac:picMkLst>
            <pc:docMk/>
            <pc:sldMk cId="3905039075" sldId="1296"/>
            <ac:picMk id="13" creationId="{00000000-0000-0000-0000-000000000000}"/>
          </ac:picMkLst>
        </pc:picChg>
        <pc:picChg chg="mod">
          <ac:chgData name="daochi zhang" userId="7bab22f253428d44" providerId="LiveId" clId="{C43E757E-2E45-4575-8EFB-9516C25FE285}" dt="2023-08-23T15:42:43.445" v="3582" actId="207"/>
          <ac:picMkLst>
            <pc:docMk/>
            <pc:sldMk cId="3905039075" sldId="1296"/>
            <ac:picMk id="14" creationId="{00000000-0000-0000-0000-000000000000}"/>
          </ac:picMkLst>
        </pc:picChg>
        <pc:picChg chg="mod">
          <ac:chgData name="daochi zhang" userId="7bab22f253428d44" providerId="LiveId" clId="{C43E757E-2E45-4575-8EFB-9516C25FE285}" dt="2023-08-23T15:42:43.445" v="3582" actId="207"/>
          <ac:picMkLst>
            <pc:docMk/>
            <pc:sldMk cId="3905039075" sldId="1296"/>
            <ac:picMk id="15" creationId="{00000000-0000-0000-0000-000000000000}"/>
          </ac:picMkLst>
        </pc:picChg>
        <pc:picChg chg="mod">
          <ac:chgData name="daochi zhang" userId="7bab22f253428d44" providerId="LiveId" clId="{C43E757E-2E45-4575-8EFB-9516C25FE285}" dt="2023-08-23T15:42:43.445" v="3582" actId="207"/>
          <ac:picMkLst>
            <pc:docMk/>
            <pc:sldMk cId="3905039075" sldId="1296"/>
            <ac:picMk id="16" creationId="{00000000-0000-0000-0000-000000000000}"/>
          </ac:picMkLst>
        </pc:picChg>
        <pc:picChg chg="add mod">
          <ac:chgData name="daochi zhang" userId="7bab22f253428d44" providerId="LiveId" clId="{C43E757E-2E45-4575-8EFB-9516C25FE285}" dt="2023-08-23T15:42:43.445" v="3582" actId="207"/>
          <ac:picMkLst>
            <pc:docMk/>
            <pc:sldMk cId="3905039075" sldId="1296"/>
            <ac:picMk id="19" creationId="{183E8CFD-2F94-4A7F-A3EE-3BDA60A0601A}"/>
          </ac:picMkLst>
        </pc:picChg>
      </pc:sldChg>
      <pc:sldChg chg="addSp delSp modSp add mod">
        <pc:chgData name="daochi zhang" userId="7bab22f253428d44" providerId="LiveId" clId="{C43E757E-2E45-4575-8EFB-9516C25FE285}" dt="2023-08-23T16:27:00.933" v="5085"/>
        <pc:sldMkLst>
          <pc:docMk/>
          <pc:sldMk cId="2586624994" sldId="1297"/>
        </pc:sldMkLst>
        <pc:spChg chg="mod">
          <ac:chgData name="daochi zhang" userId="7bab22f253428d44" providerId="LiveId" clId="{C43E757E-2E45-4575-8EFB-9516C25FE285}" dt="2023-08-23T16:08:22.980" v="4628" actId="1076"/>
          <ac:spMkLst>
            <pc:docMk/>
            <pc:sldMk cId="2586624994" sldId="1297"/>
            <ac:spMk id="2" creationId="{7E94251B-B351-E6DC-A125-B25E3D9D34ED}"/>
          </ac:spMkLst>
        </pc:spChg>
        <pc:spChg chg="del mod">
          <ac:chgData name="daochi zhang" userId="7bab22f253428d44" providerId="LiveId" clId="{C43E757E-2E45-4575-8EFB-9516C25FE285}" dt="2023-08-23T16:27:00.663" v="5084"/>
          <ac:spMkLst>
            <pc:docMk/>
            <pc:sldMk cId="2586624994" sldId="1297"/>
            <ac:spMk id="4" creationId="{BCFC8A12-B4A6-F8B6-4B12-9EEFEC078B30}"/>
          </ac:spMkLst>
        </pc:spChg>
        <pc:spChg chg="mod">
          <ac:chgData name="daochi zhang" userId="7bab22f253428d44" providerId="LiveId" clId="{C43E757E-2E45-4575-8EFB-9516C25FE285}" dt="2023-08-23T16:06:59.198" v="4547" actId="20577"/>
          <ac:spMkLst>
            <pc:docMk/>
            <pc:sldMk cId="2586624994" sldId="1297"/>
            <ac:spMk id="5" creationId="{F3C09E28-57C3-BB90-AB03-1EDD567B408B}"/>
          </ac:spMkLst>
        </pc:spChg>
        <pc:spChg chg="del mod">
          <ac:chgData name="daochi zhang" userId="7bab22f253428d44" providerId="LiveId" clId="{C43E757E-2E45-4575-8EFB-9516C25FE285}" dt="2023-08-23T16:06:38.534" v="4508" actId="478"/>
          <ac:spMkLst>
            <pc:docMk/>
            <pc:sldMk cId="2586624994" sldId="1297"/>
            <ac:spMk id="6" creationId="{23C2FF1A-4026-F66B-29A4-C58F9DA3E85E}"/>
          </ac:spMkLst>
        </pc:spChg>
        <pc:spChg chg="mod">
          <ac:chgData name="daochi zhang" userId="7bab22f253428d44" providerId="LiveId" clId="{C43E757E-2E45-4575-8EFB-9516C25FE285}" dt="2023-08-23T16:08:22.980" v="4628" actId="1076"/>
          <ac:spMkLst>
            <pc:docMk/>
            <pc:sldMk cId="2586624994" sldId="1297"/>
            <ac:spMk id="7" creationId="{B8288B10-75D0-AE90-A733-A6A1E7731FEA}"/>
          </ac:spMkLst>
        </pc:spChg>
        <pc:spChg chg="del">
          <ac:chgData name="daochi zhang" userId="7bab22f253428d44" providerId="LiveId" clId="{C43E757E-2E45-4575-8EFB-9516C25FE285}" dt="2023-08-23T16:07:32.962" v="4575" actId="478"/>
          <ac:spMkLst>
            <pc:docMk/>
            <pc:sldMk cId="2586624994" sldId="1297"/>
            <ac:spMk id="11" creationId="{CB403683-9B89-FDAD-4ED6-26DFCFD81A5C}"/>
          </ac:spMkLst>
        </pc:spChg>
        <pc:spChg chg="add mod">
          <ac:chgData name="daochi zhang" userId="7bab22f253428d44" providerId="LiveId" clId="{C43E757E-2E45-4575-8EFB-9516C25FE285}" dt="2023-08-23T16:09:07.921" v="4733" actId="20577"/>
          <ac:spMkLst>
            <pc:docMk/>
            <pc:sldMk cId="2586624994" sldId="1297"/>
            <ac:spMk id="12" creationId="{0884C18D-E480-A6AE-4192-C773860C0702}"/>
          </ac:spMkLst>
        </pc:spChg>
        <pc:spChg chg="add del mod">
          <ac:chgData name="daochi zhang" userId="7bab22f253428d44" providerId="LiveId" clId="{C43E757E-2E45-4575-8EFB-9516C25FE285}" dt="2023-08-23T16:26:58.925" v="5081"/>
          <ac:spMkLst>
            <pc:docMk/>
            <pc:sldMk cId="2586624994" sldId="1297"/>
            <ac:spMk id="13" creationId="{1A24B33B-1FED-3DE3-F9DA-FB4A0C34EF9A}"/>
          </ac:spMkLst>
        </pc:spChg>
        <pc:spChg chg="add mod">
          <ac:chgData name="daochi zhang" userId="7bab22f253428d44" providerId="LiveId" clId="{C43E757E-2E45-4575-8EFB-9516C25FE285}" dt="2023-08-23T16:27:00.933" v="5085"/>
          <ac:spMkLst>
            <pc:docMk/>
            <pc:sldMk cId="2586624994" sldId="1297"/>
            <ac:spMk id="14" creationId="{8429F155-6526-7D79-2D5E-E0437A189A3C}"/>
          </ac:spMkLst>
        </pc:spChg>
        <pc:spChg chg="mod">
          <ac:chgData name="daochi zhang" userId="7bab22f253428d44" providerId="LiveId" clId="{C43E757E-2E45-4575-8EFB-9516C25FE285}" dt="2023-08-23T16:06:41.158" v="4509" actId="14100"/>
          <ac:spMkLst>
            <pc:docMk/>
            <pc:sldMk cId="2586624994" sldId="1297"/>
            <ac:spMk id="17" creationId="{98DE1AB5-65CA-2C73-DC34-287AD10AFD88}"/>
          </ac:spMkLst>
        </pc:spChg>
        <pc:spChg chg="del">
          <ac:chgData name="daochi zhang" userId="7bab22f253428d44" providerId="LiveId" clId="{C43E757E-2E45-4575-8EFB-9516C25FE285}" dt="2023-08-23T16:09:22.709" v="4736" actId="478"/>
          <ac:spMkLst>
            <pc:docMk/>
            <pc:sldMk cId="2586624994" sldId="1297"/>
            <ac:spMk id="18" creationId="{CCFEF9CF-7EFD-81A6-0424-0A8B5769DEB8}"/>
          </ac:spMkLst>
        </pc:spChg>
        <pc:spChg chg="mod">
          <ac:chgData name="daochi zhang" userId="7bab22f253428d44" providerId="LiveId" clId="{C43E757E-2E45-4575-8EFB-9516C25FE285}" dt="2023-08-23T16:06:54.678" v="4536" actId="20577"/>
          <ac:spMkLst>
            <pc:docMk/>
            <pc:sldMk cId="2586624994" sldId="1297"/>
            <ac:spMk id="19" creationId="{652DCF1E-F60C-DE58-6943-59471549C325}"/>
          </ac:spMkLst>
        </pc:spChg>
      </pc:sldChg>
      <pc:sldChg chg="addSp delSp modSp add mod">
        <pc:chgData name="daochi zhang" userId="7bab22f253428d44" providerId="LiveId" clId="{C43E757E-2E45-4575-8EFB-9516C25FE285}" dt="2023-08-23T16:27:05.337" v="5089"/>
        <pc:sldMkLst>
          <pc:docMk/>
          <pc:sldMk cId="2483251113" sldId="1298"/>
        </pc:sldMkLst>
        <pc:spChg chg="del mod">
          <ac:chgData name="daochi zhang" userId="7bab22f253428d44" providerId="LiveId" clId="{C43E757E-2E45-4575-8EFB-9516C25FE285}" dt="2023-08-23T16:12:44.011" v="4839" actId="478"/>
          <ac:spMkLst>
            <pc:docMk/>
            <pc:sldMk cId="2483251113" sldId="1298"/>
            <ac:spMk id="2" creationId="{7E94251B-B351-E6DC-A125-B25E3D9D34ED}"/>
          </ac:spMkLst>
        </pc:spChg>
        <pc:spChg chg="del mod">
          <ac:chgData name="daochi zhang" userId="7bab22f253428d44" providerId="LiveId" clId="{C43E757E-2E45-4575-8EFB-9516C25FE285}" dt="2023-08-23T16:27:05.337" v="5089"/>
          <ac:spMkLst>
            <pc:docMk/>
            <pc:sldMk cId="2483251113" sldId="1298"/>
            <ac:spMk id="4" creationId="{BCFC8A12-B4A6-F8B6-4B12-9EEFEC078B30}"/>
          </ac:spMkLst>
        </pc:spChg>
        <pc:spChg chg="del">
          <ac:chgData name="daochi zhang" userId="7bab22f253428d44" providerId="LiveId" clId="{C43E757E-2E45-4575-8EFB-9516C25FE285}" dt="2023-08-23T16:12:23.664" v="4798" actId="478"/>
          <ac:spMkLst>
            <pc:docMk/>
            <pc:sldMk cId="2483251113" sldId="1298"/>
            <ac:spMk id="5" creationId="{F3C09E28-57C3-BB90-AB03-1EDD567B408B}"/>
          </ac:spMkLst>
        </pc:spChg>
        <pc:spChg chg="add mod">
          <ac:chgData name="daochi zhang" userId="7bab22f253428d44" providerId="LiveId" clId="{C43E757E-2E45-4575-8EFB-9516C25FE285}" dt="2023-08-23T16:16:38.969" v="4924" actId="1076"/>
          <ac:spMkLst>
            <pc:docMk/>
            <pc:sldMk cId="2483251113" sldId="1298"/>
            <ac:spMk id="6" creationId="{2B72C60B-101E-E818-ED6F-8C7B513C9035}"/>
          </ac:spMkLst>
        </pc:spChg>
        <pc:spChg chg="del mod">
          <ac:chgData name="daochi zhang" userId="7bab22f253428d44" providerId="LiveId" clId="{C43E757E-2E45-4575-8EFB-9516C25FE285}" dt="2023-08-23T16:12:44.011" v="4839" actId="478"/>
          <ac:spMkLst>
            <pc:docMk/>
            <pc:sldMk cId="2483251113" sldId="1298"/>
            <ac:spMk id="7" creationId="{B8288B10-75D0-AE90-A733-A6A1E7731FEA}"/>
          </ac:spMkLst>
        </pc:spChg>
        <pc:spChg chg="mod">
          <ac:chgData name="daochi zhang" userId="7bab22f253428d44" providerId="LiveId" clId="{C43E757E-2E45-4575-8EFB-9516C25FE285}" dt="2023-08-23T16:12:11.740" v="4795" actId="14100"/>
          <ac:spMkLst>
            <pc:docMk/>
            <pc:sldMk cId="2483251113" sldId="1298"/>
            <ac:spMk id="8" creationId="{F964B348-B208-B698-0905-64CF8612150D}"/>
          </ac:spMkLst>
        </pc:spChg>
        <pc:spChg chg="add mod">
          <ac:chgData name="daochi zhang" userId="7bab22f253428d44" providerId="LiveId" clId="{C43E757E-2E45-4575-8EFB-9516C25FE285}" dt="2023-08-23T16:16:40.900" v="4925" actId="1076"/>
          <ac:spMkLst>
            <pc:docMk/>
            <pc:sldMk cId="2483251113" sldId="1298"/>
            <ac:spMk id="11" creationId="{F8713340-DB52-BE56-76CA-7EAAA09BF7B2}"/>
          </ac:spMkLst>
        </pc:spChg>
        <pc:spChg chg="mod">
          <ac:chgData name="daochi zhang" userId="7bab22f253428d44" providerId="LiveId" clId="{C43E757E-2E45-4575-8EFB-9516C25FE285}" dt="2023-08-23T16:17:00.222" v="4937" actId="20577"/>
          <ac:spMkLst>
            <pc:docMk/>
            <pc:sldMk cId="2483251113" sldId="1298"/>
            <ac:spMk id="12" creationId="{0884C18D-E480-A6AE-4192-C773860C0702}"/>
          </ac:spMkLst>
        </pc:spChg>
        <pc:spChg chg="add mod">
          <ac:chgData name="daochi zhang" userId="7bab22f253428d44" providerId="LiveId" clId="{C43E757E-2E45-4575-8EFB-9516C25FE285}" dt="2023-08-23T16:17:41.710" v="4948" actId="20577"/>
          <ac:spMkLst>
            <pc:docMk/>
            <pc:sldMk cId="2483251113" sldId="1298"/>
            <ac:spMk id="13" creationId="{04816992-E1DE-1825-112D-949E984E6EEF}"/>
          </ac:spMkLst>
        </pc:spChg>
        <pc:spChg chg="add mod">
          <ac:chgData name="daochi zhang" userId="7bab22f253428d44" providerId="LiveId" clId="{C43E757E-2E45-4575-8EFB-9516C25FE285}" dt="2023-08-23T16:18:23.226" v="4968" actId="1076"/>
          <ac:spMkLst>
            <pc:docMk/>
            <pc:sldMk cId="2483251113" sldId="1298"/>
            <ac:spMk id="14" creationId="{B98E7B9F-527C-DBF5-0533-B705D5E46F0C}"/>
          </ac:spMkLst>
        </pc:spChg>
        <pc:spChg chg="del">
          <ac:chgData name="daochi zhang" userId="7bab22f253428d44" providerId="LiveId" clId="{C43E757E-2E45-4575-8EFB-9516C25FE285}" dt="2023-08-23T16:12:23.664" v="4798" actId="478"/>
          <ac:spMkLst>
            <pc:docMk/>
            <pc:sldMk cId="2483251113" sldId="1298"/>
            <ac:spMk id="17" creationId="{98DE1AB5-65CA-2C73-DC34-287AD10AFD88}"/>
          </ac:spMkLst>
        </pc:spChg>
        <pc:spChg chg="add mod">
          <ac:chgData name="daochi zhang" userId="7bab22f253428d44" providerId="LiveId" clId="{C43E757E-2E45-4575-8EFB-9516C25FE285}" dt="2023-08-23T16:19:36.134" v="4986" actId="20577"/>
          <ac:spMkLst>
            <pc:docMk/>
            <pc:sldMk cId="2483251113" sldId="1298"/>
            <ac:spMk id="18" creationId="{A9FC98CF-89C4-94B9-53E7-2515C2E0EEFD}"/>
          </ac:spMkLst>
        </pc:spChg>
        <pc:spChg chg="del">
          <ac:chgData name="daochi zhang" userId="7bab22f253428d44" providerId="LiveId" clId="{C43E757E-2E45-4575-8EFB-9516C25FE285}" dt="2023-08-23T16:12:23.664" v="4798" actId="478"/>
          <ac:spMkLst>
            <pc:docMk/>
            <pc:sldMk cId="2483251113" sldId="1298"/>
            <ac:spMk id="19" creationId="{652DCF1E-F60C-DE58-6943-59471549C325}"/>
          </ac:spMkLst>
        </pc:spChg>
        <pc:spChg chg="add mod">
          <ac:chgData name="daochi zhang" userId="7bab22f253428d44" providerId="LiveId" clId="{C43E757E-2E45-4575-8EFB-9516C25FE285}" dt="2023-08-23T16:20:14.422" v="5034" actId="1076"/>
          <ac:spMkLst>
            <pc:docMk/>
            <pc:sldMk cId="2483251113" sldId="1298"/>
            <ac:spMk id="20" creationId="{5DC25E6B-68DD-0A17-00B4-22B95C9C3665}"/>
          </ac:spMkLst>
        </pc:spChg>
        <pc:spChg chg="add mod">
          <ac:chgData name="daochi zhang" userId="7bab22f253428d44" providerId="LiveId" clId="{C43E757E-2E45-4575-8EFB-9516C25FE285}" dt="2023-08-23T16:20:16.937" v="5035" actId="1076"/>
          <ac:spMkLst>
            <pc:docMk/>
            <pc:sldMk cId="2483251113" sldId="1298"/>
            <ac:spMk id="21" creationId="{4FFB470E-9EF5-A9AE-B3FC-F7F3E1129DDB}"/>
          </ac:spMkLst>
        </pc:spChg>
        <pc:spChg chg="add mod">
          <ac:chgData name="daochi zhang" userId="7bab22f253428d44" providerId="LiveId" clId="{C43E757E-2E45-4575-8EFB-9516C25FE285}" dt="2023-08-23T16:27:04.234" v="5087"/>
          <ac:spMkLst>
            <pc:docMk/>
            <pc:sldMk cId="2483251113" sldId="1298"/>
            <ac:spMk id="22" creationId="{500BE9A7-CEAA-FCE8-F364-3579443E44D5}"/>
          </ac:spMkLst>
        </pc:spChg>
        <pc:picChg chg="mod modCrop">
          <ac:chgData name="daochi zhang" userId="7bab22f253428d44" providerId="LiveId" clId="{C43E757E-2E45-4575-8EFB-9516C25FE285}" dt="2023-08-23T16:12:26.763" v="4801" actId="1076"/>
          <ac:picMkLst>
            <pc:docMk/>
            <pc:sldMk cId="2483251113" sldId="1298"/>
            <ac:picMk id="9" creationId="{2C1D14F3-5877-D973-C414-E179A8095EBE}"/>
          </ac:picMkLst>
        </pc:picChg>
        <pc:picChg chg="add mod">
          <ac:chgData name="daochi zhang" userId="7bab22f253428d44" providerId="LiveId" clId="{C43E757E-2E45-4575-8EFB-9516C25FE285}" dt="2023-08-23T16:19:05.816" v="4978" actId="1076"/>
          <ac:picMkLst>
            <pc:docMk/>
            <pc:sldMk cId="2483251113" sldId="1298"/>
            <ac:picMk id="16" creationId="{68302BEF-B111-FB1A-BBC4-93B2F2769638}"/>
          </ac:picMkLst>
        </pc:picChg>
      </pc:sldChg>
      <pc:sldChg chg="addSp delSp modSp add mod">
        <pc:chgData name="daochi zhang" userId="7bab22f253428d44" providerId="LiveId" clId="{C43E757E-2E45-4575-8EFB-9516C25FE285}" dt="2023-08-23T18:30:14.456" v="7652" actId="113"/>
        <pc:sldMkLst>
          <pc:docMk/>
          <pc:sldMk cId="189405434" sldId="1299"/>
        </pc:sldMkLst>
        <pc:spChg chg="add del mod">
          <ac:chgData name="daochi zhang" userId="7bab22f253428d44" providerId="LiveId" clId="{C43E757E-2E45-4575-8EFB-9516C25FE285}" dt="2023-08-23T16:27:08.770" v="5091"/>
          <ac:spMkLst>
            <pc:docMk/>
            <pc:sldMk cId="189405434" sldId="1299"/>
            <ac:spMk id="2" creationId="{691D9805-7E5E-3ED2-0C37-4D873C9A50A8}"/>
          </ac:spMkLst>
        </pc:spChg>
        <pc:spChg chg="del mod">
          <ac:chgData name="daochi zhang" userId="7bab22f253428d44" providerId="LiveId" clId="{C43E757E-2E45-4575-8EFB-9516C25FE285}" dt="2023-08-23T16:27:10.721" v="5095"/>
          <ac:spMkLst>
            <pc:docMk/>
            <pc:sldMk cId="189405434" sldId="1299"/>
            <ac:spMk id="4" creationId="{BCFC8A12-B4A6-F8B6-4B12-9EEFEC078B30}"/>
          </ac:spMkLst>
        </pc:spChg>
        <pc:spChg chg="add mod">
          <ac:chgData name="daochi zhang" userId="7bab22f253428d44" providerId="LiveId" clId="{C43E757E-2E45-4575-8EFB-9516C25FE285}" dt="2023-08-23T16:27:09.865" v="5093"/>
          <ac:spMkLst>
            <pc:docMk/>
            <pc:sldMk cId="189405434" sldId="1299"/>
            <ac:spMk id="5" creationId="{9FAEF7E0-A258-7328-B34C-C2BBD2399748}"/>
          </ac:spMkLst>
        </pc:spChg>
        <pc:spChg chg="del">
          <ac:chgData name="daochi zhang" userId="7bab22f253428d44" providerId="LiveId" clId="{C43E757E-2E45-4575-8EFB-9516C25FE285}" dt="2023-08-23T16:28:31.299" v="5163" actId="478"/>
          <ac:spMkLst>
            <pc:docMk/>
            <pc:sldMk cId="189405434" sldId="1299"/>
            <ac:spMk id="6" creationId="{2B72C60B-101E-E818-ED6F-8C7B513C9035}"/>
          </ac:spMkLst>
        </pc:spChg>
        <pc:spChg chg="add del mod">
          <ac:chgData name="daochi zhang" userId="7bab22f253428d44" providerId="LiveId" clId="{C43E757E-2E45-4575-8EFB-9516C25FE285}" dt="2023-08-23T16:42:53.471" v="5193"/>
          <ac:spMkLst>
            <pc:docMk/>
            <pc:sldMk cId="189405434" sldId="1299"/>
            <ac:spMk id="7" creationId="{60986110-D676-CAA4-2591-0EBE7064B72F}"/>
          </ac:spMkLst>
        </pc:spChg>
        <pc:spChg chg="mod">
          <ac:chgData name="daochi zhang" userId="7bab22f253428d44" providerId="LiveId" clId="{C43E757E-2E45-4575-8EFB-9516C25FE285}" dt="2023-08-23T16:20:50.922" v="5049" actId="1035"/>
          <ac:spMkLst>
            <pc:docMk/>
            <pc:sldMk cId="189405434" sldId="1299"/>
            <ac:spMk id="8" creationId="{F964B348-B208-B698-0905-64CF8612150D}"/>
          </ac:spMkLst>
        </pc:spChg>
        <pc:spChg chg="del">
          <ac:chgData name="daochi zhang" userId="7bab22f253428d44" providerId="LiveId" clId="{C43E757E-2E45-4575-8EFB-9516C25FE285}" dt="2023-08-23T16:28:29.110" v="5162" actId="478"/>
          <ac:spMkLst>
            <pc:docMk/>
            <pc:sldMk cId="189405434" sldId="1299"/>
            <ac:spMk id="11" creationId="{F8713340-DB52-BE56-76CA-7EAAA09BF7B2}"/>
          </ac:spMkLst>
        </pc:spChg>
        <pc:spChg chg="del">
          <ac:chgData name="daochi zhang" userId="7bab22f253428d44" providerId="LiveId" clId="{C43E757E-2E45-4575-8EFB-9516C25FE285}" dt="2023-08-23T16:28:29.110" v="5162" actId="478"/>
          <ac:spMkLst>
            <pc:docMk/>
            <pc:sldMk cId="189405434" sldId="1299"/>
            <ac:spMk id="12" creationId="{0884C18D-E480-A6AE-4192-C773860C0702}"/>
          </ac:spMkLst>
        </pc:spChg>
        <pc:spChg chg="del">
          <ac:chgData name="daochi zhang" userId="7bab22f253428d44" providerId="LiveId" clId="{C43E757E-2E45-4575-8EFB-9516C25FE285}" dt="2023-08-23T16:28:29.110" v="5162" actId="478"/>
          <ac:spMkLst>
            <pc:docMk/>
            <pc:sldMk cId="189405434" sldId="1299"/>
            <ac:spMk id="13" creationId="{04816992-E1DE-1825-112D-949E984E6EEF}"/>
          </ac:spMkLst>
        </pc:spChg>
        <pc:spChg chg="del">
          <ac:chgData name="daochi zhang" userId="7bab22f253428d44" providerId="LiveId" clId="{C43E757E-2E45-4575-8EFB-9516C25FE285}" dt="2023-08-23T16:28:29.110" v="5162" actId="478"/>
          <ac:spMkLst>
            <pc:docMk/>
            <pc:sldMk cId="189405434" sldId="1299"/>
            <ac:spMk id="14" creationId="{B98E7B9F-527C-DBF5-0533-B705D5E46F0C}"/>
          </ac:spMkLst>
        </pc:spChg>
        <pc:spChg chg="add mod">
          <ac:chgData name="daochi zhang" userId="7bab22f253428d44" providerId="LiveId" clId="{C43E757E-2E45-4575-8EFB-9516C25FE285}" dt="2023-08-23T18:30:10.403" v="7648" actId="113"/>
          <ac:spMkLst>
            <pc:docMk/>
            <pc:sldMk cId="189405434" sldId="1299"/>
            <ac:spMk id="15" creationId="{10224C3C-C4A5-B317-9D8F-E716AE419077}"/>
          </ac:spMkLst>
        </pc:spChg>
        <pc:spChg chg="add del mod">
          <ac:chgData name="daochi zhang" userId="7bab22f253428d44" providerId="LiveId" clId="{C43E757E-2E45-4575-8EFB-9516C25FE285}" dt="2023-08-23T16:44:00.668" v="5257" actId="478"/>
          <ac:spMkLst>
            <pc:docMk/>
            <pc:sldMk cId="189405434" sldId="1299"/>
            <ac:spMk id="17" creationId="{1BC024E3-F6C0-E45C-57C1-AB9354B56FBA}"/>
          </ac:spMkLst>
        </pc:spChg>
        <pc:spChg chg="del">
          <ac:chgData name="daochi zhang" userId="7bab22f253428d44" providerId="LiveId" clId="{C43E757E-2E45-4575-8EFB-9516C25FE285}" dt="2023-08-23T16:28:29.110" v="5162" actId="478"/>
          <ac:spMkLst>
            <pc:docMk/>
            <pc:sldMk cId="189405434" sldId="1299"/>
            <ac:spMk id="18" creationId="{A9FC98CF-89C4-94B9-53E7-2515C2E0EEFD}"/>
          </ac:spMkLst>
        </pc:spChg>
        <pc:spChg chg="add mod">
          <ac:chgData name="daochi zhang" userId="7bab22f253428d44" providerId="LiveId" clId="{C43E757E-2E45-4575-8EFB-9516C25FE285}" dt="2023-08-23T18:30:12.206" v="7650" actId="113"/>
          <ac:spMkLst>
            <pc:docMk/>
            <pc:sldMk cId="189405434" sldId="1299"/>
            <ac:spMk id="19" creationId="{01D7E8EE-D59C-C8DE-E565-60B46553934A}"/>
          </ac:spMkLst>
        </pc:spChg>
        <pc:spChg chg="del">
          <ac:chgData name="daochi zhang" userId="7bab22f253428d44" providerId="LiveId" clId="{C43E757E-2E45-4575-8EFB-9516C25FE285}" dt="2023-08-23T16:28:29.110" v="5162" actId="478"/>
          <ac:spMkLst>
            <pc:docMk/>
            <pc:sldMk cId="189405434" sldId="1299"/>
            <ac:spMk id="20" creationId="{5DC25E6B-68DD-0A17-00B4-22B95C9C3665}"/>
          </ac:spMkLst>
        </pc:spChg>
        <pc:spChg chg="mod">
          <ac:chgData name="daochi zhang" userId="7bab22f253428d44" providerId="LiveId" clId="{C43E757E-2E45-4575-8EFB-9516C25FE285}" dt="2023-08-23T18:30:14.456" v="7652" actId="113"/>
          <ac:spMkLst>
            <pc:docMk/>
            <pc:sldMk cId="189405434" sldId="1299"/>
            <ac:spMk id="21" creationId="{4FFB470E-9EF5-A9AE-B3FC-F7F3E1129DDB}"/>
          </ac:spMkLst>
        </pc:spChg>
        <pc:spChg chg="add mod">
          <ac:chgData name="daochi zhang" userId="7bab22f253428d44" providerId="LiveId" clId="{C43E757E-2E45-4575-8EFB-9516C25FE285}" dt="2023-08-23T18:30:11.200" v="7649" actId="113"/>
          <ac:spMkLst>
            <pc:docMk/>
            <pc:sldMk cId="189405434" sldId="1299"/>
            <ac:spMk id="22" creationId="{D7DF4CEA-23DB-2F02-1738-40BFEDA00499}"/>
          </ac:spMkLst>
        </pc:spChg>
        <pc:spChg chg="add mod">
          <ac:chgData name="daochi zhang" userId="7bab22f253428d44" providerId="LiveId" clId="{C43E757E-2E45-4575-8EFB-9516C25FE285}" dt="2023-08-23T18:30:13.190" v="7651" actId="113"/>
          <ac:spMkLst>
            <pc:docMk/>
            <pc:sldMk cId="189405434" sldId="1299"/>
            <ac:spMk id="23" creationId="{8A1020E0-5D40-9981-FD71-6756833B8E9B}"/>
          </ac:spMkLst>
        </pc:spChg>
        <pc:spChg chg="add del mod">
          <ac:chgData name="daochi zhang" userId="7bab22f253428d44" providerId="LiveId" clId="{C43E757E-2E45-4575-8EFB-9516C25FE285}" dt="2023-08-23T17:28:40.814" v="5927" actId="478"/>
          <ac:spMkLst>
            <pc:docMk/>
            <pc:sldMk cId="189405434" sldId="1299"/>
            <ac:spMk id="24" creationId="{D8177562-4301-A032-4D3A-A1821F264C6F}"/>
          </ac:spMkLst>
        </pc:spChg>
        <pc:spChg chg="add del mod">
          <ac:chgData name="daochi zhang" userId="7bab22f253428d44" providerId="LiveId" clId="{C43E757E-2E45-4575-8EFB-9516C25FE285}" dt="2023-08-23T16:47:41.028" v="5517" actId="478"/>
          <ac:spMkLst>
            <pc:docMk/>
            <pc:sldMk cId="189405434" sldId="1299"/>
            <ac:spMk id="25" creationId="{F76E3080-A345-871E-F090-FBED33F55D6E}"/>
          </ac:spMkLst>
        </pc:spChg>
        <pc:spChg chg="add del mod">
          <ac:chgData name="daochi zhang" userId="7bab22f253428d44" providerId="LiveId" clId="{C43E757E-2E45-4575-8EFB-9516C25FE285}" dt="2023-08-23T17:28:40.814" v="5927" actId="478"/>
          <ac:spMkLst>
            <pc:docMk/>
            <pc:sldMk cId="189405434" sldId="1299"/>
            <ac:spMk id="30" creationId="{88E4D596-8C49-307C-7174-23BB904B5DA3}"/>
          </ac:spMkLst>
        </pc:spChg>
        <pc:picChg chg="mod modCrop">
          <ac:chgData name="daochi zhang" userId="7bab22f253428d44" providerId="LiveId" clId="{C43E757E-2E45-4575-8EFB-9516C25FE285}" dt="2023-08-23T16:20:39.485" v="5046" actId="732"/>
          <ac:picMkLst>
            <pc:docMk/>
            <pc:sldMk cId="189405434" sldId="1299"/>
            <ac:picMk id="9" creationId="{2C1D14F3-5877-D973-C414-E179A8095EBE}"/>
          </ac:picMkLst>
        </pc:picChg>
        <pc:picChg chg="del">
          <ac:chgData name="daochi zhang" userId="7bab22f253428d44" providerId="LiveId" clId="{C43E757E-2E45-4575-8EFB-9516C25FE285}" dt="2023-08-23T16:28:29.110" v="5162" actId="478"/>
          <ac:picMkLst>
            <pc:docMk/>
            <pc:sldMk cId="189405434" sldId="1299"/>
            <ac:picMk id="16" creationId="{68302BEF-B111-FB1A-BBC4-93B2F2769638}"/>
          </ac:picMkLst>
        </pc:picChg>
        <pc:picChg chg="add mod">
          <ac:chgData name="daochi zhang" userId="7bab22f253428d44" providerId="LiveId" clId="{C43E757E-2E45-4575-8EFB-9516C25FE285}" dt="2023-08-23T17:28:47.679" v="5930" actId="1076"/>
          <ac:picMkLst>
            <pc:docMk/>
            <pc:sldMk cId="189405434" sldId="1299"/>
            <ac:picMk id="27" creationId="{269B11BF-36FE-B487-CDC9-71FF7C0C6AC0}"/>
          </ac:picMkLst>
        </pc:picChg>
        <pc:picChg chg="add del mod">
          <ac:chgData name="daochi zhang" userId="7bab22f253428d44" providerId="LiveId" clId="{C43E757E-2E45-4575-8EFB-9516C25FE285}" dt="2023-08-23T17:28:40.814" v="5927" actId="478"/>
          <ac:picMkLst>
            <pc:docMk/>
            <pc:sldMk cId="189405434" sldId="1299"/>
            <ac:picMk id="29" creationId="{77BEF50F-B2BD-1A6D-F5EA-22AE4D78A354}"/>
          </ac:picMkLst>
        </pc:picChg>
      </pc:sldChg>
      <pc:sldChg chg="addSp delSp modSp add mod">
        <pc:chgData name="daochi zhang" userId="7bab22f253428d44" providerId="LiveId" clId="{C43E757E-2E45-4575-8EFB-9516C25FE285}" dt="2023-08-23T18:30:21.141" v="7653" actId="113"/>
        <pc:sldMkLst>
          <pc:docMk/>
          <pc:sldMk cId="342440100" sldId="1300"/>
        </pc:sldMkLst>
        <pc:spChg chg="add mod">
          <ac:chgData name="daochi zhang" userId="7bab22f253428d44" providerId="LiveId" clId="{C43E757E-2E45-4575-8EFB-9516C25FE285}" dt="2023-08-23T16:27:12.931" v="5097"/>
          <ac:spMkLst>
            <pc:docMk/>
            <pc:sldMk cId="342440100" sldId="1300"/>
            <ac:spMk id="2" creationId="{A81CD9EC-EFFC-5D70-C61B-8D66A86B67D4}"/>
          </ac:spMkLst>
        </pc:spChg>
        <pc:spChg chg="del mod">
          <ac:chgData name="daochi zhang" userId="7bab22f253428d44" providerId="LiveId" clId="{C43E757E-2E45-4575-8EFB-9516C25FE285}" dt="2023-08-23T16:27:13.767" v="5099"/>
          <ac:spMkLst>
            <pc:docMk/>
            <pc:sldMk cId="342440100" sldId="1300"/>
            <ac:spMk id="4" creationId="{BCFC8A12-B4A6-F8B6-4B12-9EEFEC078B30}"/>
          </ac:spMkLst>
        </pc:spChg>
        <pc:spChg chg="add mod">
          <ac:chgData name="daochi zhang" userId="7bab22f253428d44" providerId="LiveId" clId="{C43E757E-2E45-4575-8EFB-9516C25FE285}" dt="2023-08-23T18:30:21.141" v="7653" actId="113"/>
          <ac:spMkLst>
            <pc:docMk/>
            <pc:sldMk cId="342440100" sldId="1300"/>
            <ac:spMk id="5" creationId="{AB19C1F9-64AC-998C-D492-2E907BEFC63C}"/>
          </ac:spMkLst>
        </pc:spChg>
        <pc:spChg chg="del">
          <ac:chgData name="daochi zhang" userId="7bab22f253428d44" providerId="LiveId" clId="{C43E757E-2E45-4575-8EFB-9516C25FE285}" dt="2023-08-23T17:12:26.571" v="5604" actId="478"/>
          <ac:spMkLst>
            <pc:docMk/>
            <pc:sldMk cId="342440100" sldId="1300"/>
            <ac:spMk id="6" creationId="{2B72C60B-101E-E818-ED6F-8C7B513C9035}"/>
          </ac:spMkLst>
        </pc:spChg>
        <pc:spChg chg="add mod">
          <ac:chgData name="daochi zhang" userId="7bab22f253428d44" providerId="LiveId" clId="{C43E757E-2E45-4575-8EFB-9516C25FE285}" dt="2023-08-23T17:13:15.212" v="5660" actId="1076"/>
          <ac:spMkLst>
            <pc:docMk/>
            <pc:sldMk cId="342440100" sldId="1300"/>
            <ac:spMk id="7" creationId="{EF8B921C-DE6F-745E-2312-00B61604E861}"/>
          </ac:spMkLst>
        </pc:spChg>
        <pc:spChg chg="mod">
          <ac:chgData name="daochi zhang" userId="7bab22f253428d44" providerId="LiveId" clId="{C43E757E-2E45-4575-8EFB-9516C25FE285}" dt="2023-08-23T16:22:32.371" v="5052" actId="14100"/>
          <ac:spMkLst>
            <pc:docMk/>
            <pc:sldMk cId="342440100" sldId="1300"/>
            <ac:spMk id="8" creationId="{F964B348-B208-B698-0905-64CF8612150D}"/>
          </ac:spMkLst>
        </pc:spChg>
        <pc:spChg chg="del">
          <ac:chgData name="daochi zhang" userId="7bab22f253428d44" providerId="LiveId" clId="{C43E757E-2E45-4575-8EFB-9516C25FE285}" dt="2023-08-23T17:12:26.571" v="5604" actId="478"/>
          <ac:spMkLst>
            <pc:docMk/>
            <pc:sldMk cId="342440100" sldId="1300"/>
            <ac:spMk id="11" creationId="{F8713340-DB52-BE56-76CA-7EAAA09BF7B2}"/>
          </ac:spMkLst>
        </pc:spChg>
        <pc:spChg chg="del">
          <ac:chgData name="daochi zhang" userId="7bab22f253428d44" providerId="LiveId" clId="{C43E757E-2E45-4575-8EFB-9516C25FE285}" dt="2023-08-23T17:12:26.571" v="5604" actId="478"/>
          <ac:spMkLst>
            <pc:docMk/>
            <pc:sldMk cId="342440100" sldId="1300"/>
            <ac:spMk id="12" creationId="{0884C18D-E480-A6AE-4192-C773860C0702}"/>
          </ac:spMkLst>
        </pc:spChg>
        <pc:spChg chg="del">
          <ac:chgData name="daochi zhang" userId="7bab22f253428d44" providerId="LiveId" clId="{C43E757E-2E45-4575-8EFB-9516C25FE285}" dt="2023-08-23T17:12:26.571" v="5604" actId="478"/>
          <ac:spMkLst>
            <pc:docMk/>
            <pc:sldMk cId="342440100" sldId="1300"/>
            <ac:spMk id="13" creationId="{04816992-E1DE-1825-112D-949E984E6EEF}"/>
          </ac:spMkLst>
        </pc:spChg>
        <pc:spChg chg="del">
          <ac:chgData name="daochi zhang" userId="7bab22f253428d44" providerId="LiveId" clId="{C43E757E-2E45-4575-8EFB-9516C25FE285}" dt="2023-08-23T17:12:26.571" v="5604" actId="478"/>
          <ac:spMkLst>
            <pc:docMk/>
            <pc:sldMk cId="342440100" sldId="1300"/>
            <ac:spMk id="14" creationId="{B98E7B9F-527C-DBF5-0533-B705D5E46F0C}"/>
          </ac:spMkLst>
        </pc:spChg>
        <pc:spChg chg="add del mod">
          <ac:chgData name="daochi zhang" userId="7bab22f253428d44" providerId="LiveId" clId="{C43E757E-2E45-4575-8EFB-9516C25FE285}" dt="2023-08-23T17:13:37.599" v="5674" actId="478"/>
          <ac:spMkLst>
            <pc:docMk/>
            <pc:sldMk cId="342440100" sldId="1300"/>
            <ac:spMk id="15" creationId="{8452EC8C-C87C-689B-3670-94E77229047B}"/>
          </ac:spMkLst>
        </pc:spChg>
        <pc:spChg chg="del">
          <ac:chgData name="daochi zhang" userId="7bab22f253428d44" providerId="LiveId" clId="{C43E757E-2E45-4575-8EFB-9516C25FE285}" dt="2023-08-23T17:12:26.571" v="5604" actId="478"/>
          <ac:spMkLst>
            <pc:docMk/>
            <pc:sldMk cId="342440100" sldId="1300"/>
            <ac:spMk id="18" creationId="{A9FC98CF-89C4-94B9-53E7-2515C2E0EEFD}"/>
          </ac:spMkLst>
        </pc:spChg>
        <pc:spChg chg="del">
          <ac:chgData name="daochi zhang" userId="7bab22f253428d44" providerId="LiveId" clId="{C43E757E-2E45-4575-8EFB-9516C25FE285}" dt="2023-08-23T17:12:26.571" v="5604" actId="478"/>
          <ac:spMkLst>
            <pc:docMk/>
            <pc:sldMk cId="342440100" sldId="1300"/>
            <ac:spMk id="20" creationId="{5DC25E6B-68DD-0A17-00B4-22B95C9C3665}"/>
          </ac:spMkLst>
        </pc:spChg>
        <pc:spChg chg="del">
          <ac:chgData name="daochi zhang" userId="7bab22f253428d44" providerId="LiveId" clId="{C43E757E-2E45-4575-8EFB-9516C25FE285}" dt="2023-08-23T17:12:26.571" v="5604" actId="478"/>
          <ac:spMkLst>
            <pc:docMk/>
            <pc:sldMk cId="342440100" sldId="1300"/>
            <ac:spMk id="21" creationId="{4FFB470E-9EF5-A9AE-B3FC-F7F3E1129DDB}"/>
          </ac:spMkLst>
        </pc:spChg>
        <pc:picChg chg="mod modCrop">
          <ac:chgData name="daochi zhang" userId="7bab22f253428d44" providerId="LiveId" clId="{C43E757E-2E45-4575-8EFB-9516C25FE285}" dt="2023-08-23T17:12:13.560" v="5603" actId="1076"/>
          <ac:picMkLst>
            <pc:docMk/>
            <pc:sldMk cId="342440100" sldId="1300"/>
            <ac:picMk id="9" creationId="{2C1D14F3-5877-D973-C414-E179A8095EBE}"/>
          </ac:picMkLst>
        </pc:picChg>
        <pc:picChg chg="del">
          <ac:chgData name="daochi zhang" userId="7bab22f253428d44" providerId="LiveId" clId="{C43E757E-2E45-4575-8EFB-9516C25FE285}" dt="2023-08-23T17:12:26.571" v="5604" actId="478"/>
          <ac:picMkLst>
            <pc:docMk/>
            <pc:sldMk cId="342440100" sldId="1300"/>
            <ac:picMk id="16" creationId="{68302BEF-B111-FB1A-BBC4-93B2F2769638}"/>
          </ac:picMkLst>
        </pc:picChg>
      </pc:sldChg>
      <pc:sldChg chg="addSp delSp modSp add mod">
        <pc:chgData name="daochi zhang" userId="7bab22f253428d44" providerId="LiveId" clId="{C43E757E-2E45-4575-8EFB-9516C25FE285}" dt="2023-08-23T17:23:39.180" v="5926" actId="20577"/>
        <pc:sldMkLst>
          <pc:docMk/>
          <pc:sldMk cId="258680674" sldId="1301"/>
        </pc:sldMkLst>
        <pc:spChg chg="add del mod">
          <ac:chgData name="daochi zhang" userId="7bab22f253428d44" providerId="LiveId" clId="{C43E757E-2E45-4575-8EFB-9516C25FE285}" dt="2023-08-23T16:27:15.902" v="5101"/>
          <ac:spMkLst>
            <pc:docMk/>
            <pc:sldMk cId="258680674" sldId="1301"/>
            <ac:spMk id="2" creationId="{EE4283F8-1DC0-D60E-65F1-291C9D5B0809}"/>
          </ac:spMkLst>
        </pc:spChg>
        <pc:spChg chg="del mod">
          <ac:chgData name="daochi zhang" userId="7bab22f253428d44" providerId="LiveId" clId="{C43E757E-2E45-4575-8EFB-9516C25FE285}" dt="2023-08-23T16:27:17.467" v="5105"/>
          <ac:spMkLst>
            <pc:docMk/>
            <pc:sldMk cId="258680674" sldId="1301"/>
            <ac:spMk id="4" creationId="{BCFC8A12-B4A6-F8B6-4B12-9EEFEC078B30}"/>
          </ac:spMkLst>
        </pc:spChg>
        <pc:spChg chg="add mod">
          <ac:chgData name="daochi zhang" userId="7bab22f253428d44" providerId="LiveId" clId="{C43E757E-2E45-4575-8EFB-9516C25FE285}" dt="2023-08-23T16:27:16.790" v="5103"/>
          <ac:spMkLst>
            <pc:docMk/>
            <pc:sldMk cId="258680674" sldId="1301"/>
            <ac:spMk id="5" creationId="{01F9C660-142C-6FDD-2D3F-66C4DC614FEF}"/>
          </ac:spMkLst>
        </pc:spChg>
        <pc:spChg chg="mod">
          <ac:chgData name="daochi zhang" userId="7bab22f253428d44" providerId="LiveId" clId="{C43E757E-2E45-4575-8EFB-9516C25FE285}" dt="2023-08-23T17:23:27.910" v="5901" actId="1076"/>
          <ac:spMkLst>
            <pc:docMk/>
            <pc:sldMk cId="258680674" sldId="1301"/>
            <ac:spMk id="6" creationId="{2B72C60B-101E-E818-ED6F-8C7B513C9035}"/>
          </ac:spMkLst>
        </pc:spChg>
        <pc:spChg chg="add del mod">
          <ac:chgData name="daochi zhang" userId="7bab22f253428d44" providerId="LiveId" clId="{C43E757E-2E45-4575-8EFB-9516C25FE285}" dt="2023-08-23T17:20:59.764" v="5807" actId="478"/>
          <ac:spMkLst>
            <pc:docMk/>
            <pc:sldMk cId="258680674" sldId="1301"/>
            <ac:spMk id="7" creationId="{9B31E91B-15A2-DB41-C384-F574489C1920}"/>
          </ac:spMkLst>
        </pc:spChg>
        <pc:spChg chg="mod">
          <ac:chgData name="daochi zhang" userId="7bab22f253428d44" providerId="LiveId" clId="{C43E757E-2E45-4575-8EFB-9516C25FE285}" dt="2023-08-23T16:22:42.578" v="5055" actId="14100"/>
          <ac:spMkLst>
            <pc:docMk/>
            <pc:sldMk cId="258680674" sldId="1301"/>
            <ac:spMk id="8" creationId="{F964B348-B208-B698-0905-64CF8612150D}"/>
          </ac:spMkLst>
        </pc:spChg>
        <pc:spChg chg="del mod">
          <ac:chgData name="daochi zhang" userId="7bab22f253428d44" providerId="LiveId" clId="{C43E757E-2E45-4575-8EFB-9516C25FE285}" dt="2023-08-23T17:20:33.967" v="5794" actId="478"/>
          <ac:spMkLst>
            <pc:docMk/>
            <pc:sldMk cId="258680674" sldId="1301"/>
            <ac:spMk id="11" creationId="{F8713340-DB52-BE56-76CA-7EAAA09BF7B2}"/>
          </ac:spMkLst>
        </pc:spChg>
        <pc:spChg chg="mod">
          <ac:chgData name="daochi zhang" userId="7bab22f253428d44" providerId="LiveId" clId="{C43E757E-2E45-4575-8EFB-9516C25FE285}" dt="2023-08-23T17:23:39.180" v="5926" actId="20577"/>
          <ac:spMkLst>
            <pc:docMk/>
            <pc:sldMk cId="258680674" sldId="1301"/>
            <ac:spMk id="12" creationId="{0884C18D-E480-A6AE-4192-C773860C0702}"/>
          </ac:spMkLst>
        </pc:spChg>
        <pc:spChg chg="del">
          <ac:chgData name="daochi zhang" userId="7bab22f253428d44" providerId="LiveId" clId="{C43E757E-2E45-4575-8EFB-9516C25FE285}" dt="2023-08-23T17:14:02.859" v="5679" actId="478"/>
          <ac:spMkLst>
            <pc:docMk/>
            <pc:sldMk cId="258680674" sldId="1301"/>
            <ac:spMk id="13" creationId="{04816992-E1DE-1825-112D-949E984E6EEF}"/>
          </ac:spMkLst>
        </pc:spChg>
        <pc:spChg chg="del">
          <ac:chgData name="daochi zhang" userId="7bab22f253428d44" providerId="LiveId" clId="{C43E757E-2E45-4575-8EFB-9516C25FE285}" dt="2023-08-23T17:14:02.859" v="5679" actId="478"/>
          <ac:spMkLst>
            <pc:docMk/>
            <pc:sldMk cId="258680674" sldId="1301"/>
            <ac:spMk id="14" creationId="{B98E7B9F-527C-DBF5-0533-B705D5E46F0C}"/>
          </ac:spMkLst>
        </pc:spChg>
        <pc:spChg chg="del">
          <ac:chgData name="daochi zhang" userId="7bab22f253428d44" providerId="LiveId" clId="{C43E757E-2E45-4575-8EFB-9516C25FE285}" dt="2023-08-23T17:14:02.859" v="5679" actId="478"/>
          <ac:spMkLst>
            <pc:docMk/>
            <pc:sldMk cId="258680674" sldId="1301"/>
            <ac:spMk id="18" creationId="{A9FC98CF-89C4-94B9-53E7-2515C2E0EEFD}"/>
          </ac:spMkLst>
        </pc:spChg>
        <pc:spChg chg="add mod">
          <ac:chgData name="daochi zhang" userId="7bab22f253428d44" providerId="LiveId" clId="{C43E757E-2E45-4575-8EFB-9516C25FE285}" dt="2023-08-23T17:22:50.926" v="5867" actId="1076"/>
          <ac:spMkLst>
            <pc:docMk/>
            <pc:sldMk cId="258680674" sldId="1301"/>
            <ac:spMk id="19" creationId="{7AE2DEA6-DF66-68C6-4AC5-5569C554A228}"/>
          </ac:spMkLst>
        </pc:spChg>
        <pc:spChg chg="del">
          <ac:chgData name="daochi zhang" userId="7bab22f253428d44" providerId="LiveId" clId="{C43E757E-2E45-4575-8EFB-9516C25FE285}" dt="2023-08-23T17:14:02.859" v="5679" actId="478"/>
          <ac:spMkLst>
            <pc:docMk/>
            <pc:sldMk cId="258680674" sldId="1301"/>
            <ac:spMk id="20" creationId="{5DC25E6B-68DD-0A17-00B4-22B95C9C3665}"/>
          </ac:spMkLst>
        </pc:spChg>
        <pc:spChg chg="add del mod">
          <ac:chgData name="daochi zhang" userId="7bab22f253428d44" providerId="LiveId" clId="{C43E757E-2E45-4575-8EFB-9516C25FE285}" dt="2023-08-23T17:22:06.149" v="5855" actId="1076"/>
          <ac:spMkLst>
            <pc:docMk/>
            <pc:sldMk cId="258680674" sldId="1301"/>
            <ac:spMk id="21" creationId="{4FFB470E-9EF5-A9AE-B3FC-F7F3E1129DDB}"/>
          </ac:spMkLst>
        </pc:spChg>
        <pc:spChg chg="add mod">
          <ac:chgData name="daochi zhang" userId="7bab22f253428d44" providerId="LiveId" clId="{C43E757E-2E45-4575-8EFB-9516C25FE285}" dt="2023-08-23T17:22:03.356" v="5853" actId="1076"/>
          <ac:spMkLst>
            <pc:docMk/>
            <pc:sldMk cId="258680674" sldId="1301"/>
            <ac:spMk id="24" creationId="{FBD20E75-A93E-2EAD-0342-2CD9452B9D37}"/>
          </ac:spMkLst>
        </pc:spChg>
        <pc:picChg chg="mod modCrop">
          <ac:chgData name="daochi zhang" userId="7bab22f253428d44" providerId="LiveId" clId="{C43E757E-2E45-4575-8EFB-9516C25FE285}" dt="2023-08-23T17:13:52.229" v="5678" actId="1076"/>
          <ac:picMkLst>
            <pc:docMk/>
            <pc:sldMk cId="258680674" sldId="1301"/>
            <ac:picMk id="9" creationId="{2C1D14F3-5877-D973-C414-E179A8095EBE}"/>
          </ac:picMkLst>
        </pc:picChg>
        <pc:picChg chg="del">
          <ac:chgData name="daochi zhang" userId="7bab22f253428d44" providerId="LiveId" clId="{C43E757E-2E45-4575-8EFB-9516C25FE285}" dt="2023-08-23T17:14:02.859" v="5679" actId="478"/>
          <ac:picMkLst>
            <pc:docMk/>
            <pc:sldMk cId="258680674" sldId="1301"/>
            <ac:picMk id="16" creationId="{68302BEF-B111-FB1A-BBC4-93B2F2769638}"/>
          </ac:picMkLst>
        </pc:picChg>
        <pc:picChg chg="add mod">
          <ac:chgData name="daochi zhang" userId="7bab22f253428d44" providerId="LiveId" clId="{C43E757E-2E45-4575-8EFB-9516C25FE285}" dt="2023-08-23T17:22:49.410" v="5866" actId="1076"/>
          <ac:picMkLst>
            <pc:docMk/>
            <pc:sldMk cId="258680674" sldId="1301"/>
            <ac:picMk id="17" creationId="{EA739754-599E-776E-F338-EA4114B268EA}"/>
          </ac:picMkLst>
        </pc:picChg>
        <pc:picChg chg="add mod">
          <ac:chgData name="daochi zhang" userId="7bab22f253428d44" providerId="LiveId" clId="{C43E757E-2E45-4575-8EFB-9516C25FE285}" dt="2023-08-23T17:22:49.410" v="5866" actId="1076"/>
          <ac:picMkLst>
            <pc:docMk/>
            <pc:sldMk cId="258680674" sldId="1301"/>
            <ac:picMk id="23" creationId="{6B9B1921-6AF9-9967-405B-454C376D3303}"/>
          </ac:picMkLst>
        </pc:picChg>
      </pc:sldChg>
      <pc:sldChg chg="addSp delSp modSp add mod">
        <pc:chgData name="daochi zhang" userId="7bab22f253428d44" providerId="LiveId" clId="{C43E757E-2E45-4575-8EFB-9516C25FE285}" dt="2023-08-23T17:47:13.962" v="6449" actId="14100"/>
        <pc:sldMkLst>
          <pc:docMk/>
          <pc:sldMk cId="1318714460" sldId="1302"/>
        </pc:sldMkLst>
        <pc:spChg chg="add mod">
          <ac:chgData name="daochi zhang" userId="7bab22f253428d44" providerId="LiveId" clId="{C43E757E-2E45-4575-8EFB-9516C25FE285}" dt="2023-08-23T16:27:20.760" v="5107"/>
          <ac:spMkLst>
            <pc:docMk/>
            <pc:sldMk cId="1318714460" sldId="1302"/>
            <ac:spMk id="2" creationId="{1DB07EE2-7B3B-B37F-BC4B-0162700B3318}"/>
          </ac:spMkLst>
        </pc:spChg>
        <pc:spChg chg="del mod">
          <ac:chgData name="daochi zhang" userId="7bab22f253428d44" providerId="LiveId" clId="{C43E757E-2E45-4575-8EFB-9516C25FE285}" dt="2023-08-23T16:27:21.501" v="5109"/>
          <ac:spMkLst>
            <pc:docMk/>
            <pc:sldMk cId="1318714460" sldId="1302"/>
            <ac:spMk id="4" creationId="{BCFC8A12-B4A6-F8B6-4B12-9EEFEC078B30}"/>
          </ac:spMkLst>
        </pc:spChg>
        <pc:spChg chg="add mod">
          <ac:chgData name="daochi zhang" userId="7bab22f253428d44" providerId="LiveId" clId="{C43E757E-2E45-4575-8EFB-9516C25FE285}" dt="2023-08-23T17:35:50.322" v="6263"/>
          <ac:spMkLst>
            <pc:docMk/>
            <pc:sldMk cId="1318714460" sldId="1302"/>
            <ac:spMk id="5" creationId="{C4E38EAC-9D0D-FD76-9C31-0EA88250F0FB}"/>
          </ac:spMkLst>
        </pc:spChg>
        <pc:spChg chg="del mod">
          <ac:chgData name="daochi zhang" userId="7bab22f253428d44" providerId="LiveId" clId="{C43E757E-2E45-4575-8EFB-9516C25FE285}" dt="2023-08-23T17:22:15.819" v="5857" actId="478"/>
          <ac:spMkLst>
            <pc:docMk/>
            <pc:sldMk cId="1318714460" sldId="1302"/>
            <ac:spMk id="6" creationId="{2B72C60B-101E-E818-ED6F-8C7B513C9035}"/>
          </ac:spMkLst>
        </pc:spChg>
        <pc:spChg chg="add mod">
          <ac:chgData name="daochi zhang" userId="7bab22f253428d44" providerId="LiveId" clId="{C43E757E-2E45-4575-8EFB-9516C25FE285}" dt="2023-08-23T17:35:46.113" v="6262" actId="20577"/>
          <ac:spMkLst>
            <pc:docMk/>
            <pc:sldMk cId="1318714460" sldId="1302"/>
            <ac:spMk id="7" creationId="{76D680C0-9A00-2BED-0E32-6FF5FB0F03C6}"/>
          </ac:spMkLst>
        </pc:spChg>
        <pc:spChg chg="mod">
          <ac:chgData name="daochi zhang" userId="7bab22f253428d44" providerId="LiveId" clId="{C43E757E-2E45-4575-8EFB-9516C25FE285}" dt="2023-08-23T17:47:13.962" v="6449" actId="14100"/>
          <ac:spMkLst>
            <pc:docMk/>
            <pc:sldMk cId="1318714460" sldId="1302"/>
            <ac:spMk id="8" creationId="{F964B348-B208-B698-0905-64CF8612150D}"/>
          </ac:spMkLst>
        </pc:spChg>
        <pc:spChg chg="del mod">
          <ac:chgData name="daochi zhang" userId="7bab22f253428d44" providerId="LiveId" clId="{C43E757E-2E45-4575-8EFB-9516C25FE285}" dt="2023-08-23T17:22:15.819" v="5857" actId="478"/>
          <ac:spMkLst>
            <pc:docMk/>
            <pc:sldMk cId="1318714460" sldId="1302"/>
            <ac:spMk id="11" creationId="{F8713340-DB52-BE56-76CA-7EAAA09BF7B2}"/>
          </ac:spMkLst>
        </pc:spChg>
        <pc:spChg chg="del mod">
          <ac:chgData name="daochi zhang" userId="7bab22f253428d44" providerId="LiveId" clId="{C43E757E-2E45-4575-8EFB-9516C25FE285}" dt="2023-08-23T17:22:15.819" v="5857" actId="478"/>
          <ac:spMkLst>
            <pc:docMk/>
            <pc:sldMk cId="1318714460" sldId="1302"/>
            <ac:spMk id="12" creationId="{0884C18D-E480-A6AE-4192-C773860C0702}"/>
          </ac:spMkLst>
        </pc:spChg>
        <pc:spChg chg="del mod">
          <ac:chgData name="daochi zhang" userId="7bab22f253428d44" providerId="LiveId" clId="{C43E757E-2E45-4575-8EFB-9516C25FE285}" dt="2023-08-23T17:22:15.819" v="5857" actId="478"/>
          <ac:spMkLst>
            <pc:docMk/>
            <pc:sldMk cId="1318714460" sldId="1302"/>
            <ac:spMk id="13" creationId="{04816992-E1DE-1825-112D-949E984E6EEF}"/>
          </ac:spMkLst>
        </pc:spChg>
        <pc:spChg chg="del mod">
          <ac:chgData name="daochi zhang" userId="7bab22f253428d44" providerId="LiveId" clId="{C43E757E-2E45-4575-8EFB-9516C25FE285}" dt="2023-08-23T17:22:15.819" v="5857" actId="478"/>
          <ac:spMkLst>
            <pc:docMk/>
            <pc:sldMk cId="1318714460" sldId="1302"/>
            <ac:spMk id="14" creationId="{B98E7B9F-527C-DBF5-0533-B705D5E46F0C}"/>
          </ac:spMkLst>
        </pc:spChg>
        <pc:spChg chg="add mod">
          <ac:chgData name="daochi zhang" userId="7bab22f253428d44" providerId="LiveId" clId="{C43E757E-2E45-4575-8EFB-9516C25FE285}" dt="2023-08-23T17:35:11.677" v="6241" actId="1076"/>
          <ac:spMkLst>
            <pc:docMk/>
            <pc:sldMk cId="1318714460" sldId="1302"/>
            <ac:spMk id="15" creationId="{8F8701BA-6587-7A3C-8E73-C51247CCB3BA}"/>
          </ac:spMkLst>
        </pc:spChg>
        <pc:spChg chg="add mod">
          <ac:chgData name="daochi zhang" userId="7bab22f253428d44" providerId="LiveId" clId="{C43E757E-2E45-4575-8EFB-9516C25FE285}" dt="2023-08-23T17:35:14.005" v="6244" actId="1076"/>
          <ac:spMkLst>
            <pc:docMk/>
            <pc:sldMk cId="1318714460" sldId="1302"/>
            <ac:spMk id="17" creationId="{11A0BEF9-E2D0-3ED1-B5CB-36060B95D4CC}"/>
          </ac:spMkLst>
        </pc:spChg>
        <pc:spChg chg="del mod">
          <ac:chgData name="daochi zhang" userId="7bab22f253428d44" providerId="LiveId" clId="{C43E757E-2E45-4575-8EFB-9516C25FE285}" dt="2023-08-23T17:22:15.819" v="5857" actId="478"/>
          <ac:spMkLst>
            <pc:docMk/>
            <pc:sldMk cId="1318714460" sldId="1302"/>
            <ac:spMk id="18" creationId="{A9FC98CF-89C4-94B9-53E7-2515C2E0EEFD}"/>
          </ac:spMkLst>
        </pc:spChg>
        <pc:spChg chg="add del mod">
          <ac:chgData name="daochi zhang" userId="7bab22f253428d44" providerId="LiveId" clId="{C43E757E-2E45-4575-8EFB-9516C25FE285}" dt="2023-08-23T17:34:43.330" v="6224" actId="478"/>
          <ac:spMkLst>
            <pc:docMk/>
            <pc:sldMk cId="1318714460" sldId="1302"/>
            <ac:spMk id="19" creationId="{471147B9-2F03-88B0-6F7A-4CFA7E0E8095}"/>
          </ac:spMkLst>
        </pc:spChg>
        <pc:spChg chg="del mod">
          <ac:chgData name="daochi zhang" userId="7bab22f253428d44" providerId="LiveId" clId="{C43E757E-2E45-4575-8EFB-9516C25FE285}" dt="2023-08-23T17:22:15.819" v="5857" actId="478"/>
          <ac:spMkLst>
            <pc:docMk/>
            <pc:sldMk cId="1318714460" sldId="1302"/>
            <ac:spMk id="20" creationId="{5DC25E6B-68DD-0A17-00B4-22B95C9C3665}"/>
          </ac:spMkLst>
        </pc:spChg>
        <pc:spChg chg="del">
          <ac:chgData name="daochi zhang" userId="7bab22f253428d44" providerId="LiveId" clId="{C43E757E-2E45-4575-8EFB-9516C25FE285}" dt="2023-08-23T17:22:15.819" v="5857" actId="478"/>
          <ac:spMkLst>
            <pc:docMk/>
            <pc:sldMk cId="1318714460" sldId="1302"/>
            <ac:spMk id="21" creationId="{4FFB470E-9EF5-A9AE-B3FC-F7F3E1129DDB}"/>
          </ac:spMkLst>
        </pc:spChg>
        <pc:spChg chg="add del mod">
          <ac:chgData name="daochi zhang" userId="7bab22f253428d44" providerId="LiveId" clId="{C43E757E-2E45-4575-8EFB-9516C25FE285}" dt="2023-08-23T17:35:11.507" v="6240"/>
          <ac:spMkLst>
            <pc:docMk/>
            <pc:sldMk cId="1318714460" sldId="1302"/>
            <ac:spMk id="22" creationId="{1B88AD3F-ECBF-98E4-EA0C-7F9BD0AE0A37}"/>
          </ac:spMkLst>
        </pc:spChg>
        <pc:spChg chg="add mod">
          <ac:chgData name="daochi zhang" userId="7bab22f253428d44" providerId="LiveId" clId="{C43E757E-2E45-4575-8EFB-9516C25FE285}" dt="2023-08-23T17:37:17.199" v="6344" actId="1076"/>
          <ac:spMkLst>
            <pc:docMk/>
            <pc:sldMk cId="1318714460" sldId="1302"/>
            <ac:spMk id="23" creationId="{B430C074-82D6-453F-0E63-2BBAB1DE1F08}"/>
          </ac:spMkLst>
        </pc:spChg>
        <pc:spChg chg="add mod">
          <ac:chgData name="daochi zhang" userId="7bab22f253428d44" providerId="LiveId" clId="{C43E757E-2E45-4575-8EFB-9516C25FE285}" dt="2023-08-23T17:37:17.199" v="6344" actId="1076"/>
          <ac:spMkLst>
            <pc:docMk/>
            <pc:sldMk cId="1318714460" sldId="1302"/>
            <ac:spMk id="24" creationId="{12E75CE1-7353-F6B1-D6C4-192C29D93140}"/>
          </ac:spMkLst>
        </pc:spChg>
        <pc:spChg chg="add mod">
          <ac:chgData name="daochi zhang" userId="7bab22f253428d44" providerId="LiveId" clId="{C43E757E-2E45-4575-8EFB-9516C25FE285}" dt="2023-08-23T17:37:17.199" v="6344" actId="1076"/>
          <ac:spMkLst>
            <pc:docMk/>
            <pc:sldMk cId="1318714460" sldId="1302"/>
            <ac:spMk id="25" creationId="{3DA8EB01-5240-7563-9C00-99DD3E78FAC3}"/>
          </ac:spMkLst>
        </pc:spChg>
        <pc:spChg chg="add mod">
          <ac:chgData name="daochi zhang" userId="7bab22f253428d44" providerId="LiveId" clId="{C43E757E-2E45-4575-8EFB-9516C25FE285}" dt="2023-08-23T17:37:41.310" v="6374" actId="1076"/>
          <ac:spMkLst>
            <pc:docMk/>
            <pc:sldMk cId="1318714460" sldId="1302"/>
            <ac:spMk id="26" creationId="{4E3343A6-D75A-29B2-E1EC-28FA64D6E39D}"/>
          </ac:spMkLst>
        </pc:spChg>
        <pc:picChg chg="mod modCrop">
          <ac:chgData name="daochi zhang" userId="7bab22f253428d44" providerId="LiveId" clId="{C43E757E-2E45-4575-8EFB-9516C25FE285}" dt="2023-08-23T17:47:07.733" v="6448" actId="732"/>
          <ac:picMkLst>
            <pc:docMk/>
            <pc:sldMk cId="1318714460" sldId="1302"/>
            <ac:picMk id="9" creationId="{2C1D14F3-5877-D973-C414-E179A8095EBE}"/>
          </ac:picMkLst>
        </pc:picChg>
        <pc:picChg chg="del mod">
          <ac:chgData name="daochi zhang" userId="7bab22f253428d44" providerId="LiveId" clId="{C43E757E-2E45-4575-8EFB-9516C25FE285}" dt="2023-08-23T17:22:15.819" v="5857" actId="478"/>
          <ac:picMkLst>
            <pc:docMk/>
            <pc:sldMk cId="1318714460" sldId="1302"/>
            <ac:picMk id="16" creationId="{68302BEF-B111-FB1A-BBC4-93B2F2769638}"/>
          </ac:picMkLst>
        </pc:picChg>
      </pc:sldChg>
      <pc:sldChg chg="addSp delSp modSp add mod">
        <pc:chgData name="daochi zhang" userId="7bab22f253428d44" providerId="LiveId" clId="{C43E757E-2E45-4575-8EFB-9516C25FE285}" dt="2023-08-23T18:22:56.852" v="7443" actId="1076"/>
        <pc:sldMkLst>
          <pc:docMk/>
          <pc:sldMk cId="1732112425" sldId="1303"/>
        </pc:sldMkLst>
        <pc:spChg chg="add del mod">
          <ac:chgData name="daochi zhang" userId="7bab22f253428d44" providerId="LiveId" clId="{C43E757E-2E45-4575-8EFB-9516C25FE285}" dt="2023-08-23T16:27:25.008" v="5111"/>
          <ac:spMkLst>
            <pc:docMk/>
            <pc:sldMk cId="1732112425" sldId="1303"/>
            <ac:spMk id="2" creationId="{2B78998D-7250-C241-AB27-855ECA150991}"/>
          </ac:spMkLst>
        </pc:spChg>
        <pc:spChg chg="del mod">
          <ac:chgData name="daochi zhang" userId="7bab22f253428d44" providerId="LiveId" clId="{C43E757E-2E45-4575-8EFB-9516C25FE285}" dt="2023-08-23T16:27:34.346" v="5124"/>
          <ac:spMkLst>
            <pc:docMk/>
            <pc:sldMk cId="1732112425" sldId="1303"/>
            <ac:spMk id="4" creationId="{BCFC8A12-B4A6-F8B6-4B12-9EEFEC078B30}"/>
          </ac:spMkLst>
        </pc:spChg>
        <pc:spChg chg="add mod">
          <ac:chgData name="daochi zhang" userId="7bab22f253428d44" providerId="LiveId" clId="{C43E757E-2E45-4575-8EFB-9516C25FE285}" dt="2023-08-23T16:28:14.996" v="5161" actId="1076"/>
          <ac:spMkLst>
            <pc:docMk/>
            <pc:sldMk cId="1732112425" sldId="1303"/>
            <ac:spMk id="5" creationId="{D6418FD8-B94B-28D2-5D75-056D4E841A83}"/>
          </ac:spMkLst>
        </pc:spChg>
        <pc:spChg chg="del">
          <ac:chgData name="daochi zhang" userId="7bab22f253428d44" providerId="LiveId" clId="{C43E757E-2E45-4575-8EFB-9516C25FE285}" dt="2023-08-23T17:46:43.944" v="6435" actId="478"/>
          <ac:spMkLst>
            <pc:docMk/>
            <pc:sldMk cId="1732112425" sldId="1303"/>
            <ac:spMk id="6" creationId="{2B72C60B-101E-E818-ED6F-8C7B513C9035}"/>
          </ac:spMkLst>
        </pc:spChg>
        <pc:spChg chg="del">
          <ac:chgData name="daochi zhang" userId="7bab22f253428d44" providerId="LiveId" clId="{C43E757E-2E45-4575-8EFB-9516C25FE285}" dt="2023-08-23T17:46:43.944" v="6435" actId="478"/>
          <ac:spMkLst>
            <pc:docMk/>
            <pc:sldMk cId="1732112425" sldId="1303"/>
            <ac:spMk id="11" creationId="{F8713340-DB52-BE56-76CA-7EAAA09BF7B2}"/>
          </ac:spMkLst>
        </pc:spChg>
        <pc:spChg chg="del">
          <ac:chgData name="daochi zhang" userId="7bab22f253428d44" providerId="LiveId" clId="{C43E757E-2E45-4575-8EFB-9516C25FE285}" dt="2023-08-23T17:46:43.944" v="6435" actId="478"/>
          <ac:spMkLst>
            <pc:docMk/>
            <pc:sldMk cId="1732112425" sldId="1303"/>
            <ac:spMk id="12" creationId="{0884C18D-E480-A6AE-4192-C773860C0702}"/>
          </ac:spMkLst>
        </pc:spChg>
        <pc:spChg chg="del">
          <ac:chgData name="daochi zhang" userId="7bab22f253428d44" providerId="LiveId" clId="{C43E757E-2E45-4575-8EFB-9516C25FE285}" dt="2023-08-23T17:46:43.944" v="6435" actId="478"/>
          <ac:spMkLst>
            <pc:docMk/>
            <pc:sldMk cId="1732112425" sldId="1303"/>
            <ac:spMk id="13" creationId="{04816992-E1DE-1825-112D-949E984E6EEF}"/>
          </ac:spMkLst>
        </pc:spChg>
        <pc:spChg chg="del">
          <ac:chgData name="daochi zhang" userId="7bab22f253428d44" providerId="LiveId" clId="{C43E757E-2E45-4575-8EFB-9516C25FE285}" dt="2023-08-23T17:46:43.944" v="6435" actId="478"/>
          <ac:spMkLst>
            <pc:docMk/>
            <pc:sldMk cId="1732112425" sldId="1303"/>
            <ac:spMk id="14" creationId="{B98E7B9F-527C-DBF5-0533-B705D5E46F0C}"/>
          </ac:spMkLst>
        </pc:spChg>
        <pc:spChg chg="add mod">
          <ac:chgData name="daochi zhang" userId="7bab22f253428d44" providerId="LiveId" clId="{C43E757E-2E45-4575-8EFB-9516C25FE285}" dt="2023-08-23T17:53:55.929" v="6584" actId="1036"/>
          <ac:spMkLst>
            <pc:docMk/>
            <pc:sldMk cId="1732112425" sldId="1303"/>
            <ac:spMk id="15" creationId="{DB37D840-7739-6424-17A7-349E18598720}"/>
          </ac:spMkLst>
        </pc:spChg>
        <pc:spChg chg="add mod">
          <ac:chgData name="daochi zhang" userId="7bab22f253428d44" providerId="LiveId" clId="{C43E757E-2E45-4575-8EFB-9516C25FE285}" dt="2023-08-23T17:53:51.485" v="6574" actId="1036"/>
          <ac:spMkLst>
            <pc:docMk/>
            <pc:sldMk cId="1732112425" sldId="1303"/>
            <ac:spMk id="17" creationId="{94C4764C-4781-CBF2-52D5-0210C6FC3FBA}"/>
          </ac:spMkLst>
        </pc:spChg>
        <pc:spChg chg="del">
          <ac:chgData name="daochi zhang" userId="7bab22f253428d44" providerId="LiveId" clId="{C43E757E-2E45-4575-8EFB-9516C25FE285}" dt="2023-08-23T17:46:43.944" v="6435" actId="478"/>
          <ac:spMkLst>
            <pc:docMk/>
            <pc:sldMk cId="1732112425" sldId="1303"/>
            <ac:spMk id="18" creationId="{A9FC98CF-89C4-94B9-53E7-2515C2E0EEFD}"/>
          </ac:spMkLst>
        </pc:spChg>
        <pc:spChg chg="add mod">
          <ac:chgData name="daochi zhang" userId="7bab22f253428d44" providerId="LiveId" clId="{C43E757E-2E45-4575-8EFB-9516C25FE285}" dt="2023-08-23T17:53:59.258" v="6585" actId="1076"/>
          <ac:spMkLst>
            <pc:docMk/>
            <pc:sldMk cId="1732112425" sldId="1303"/>
            <ac:spMk id="19" creationId="{0ECA79BF-7659-72A4-E05D-0B46BE8499CE}"/>
          </ac:spMkLst>
        </pc:spChg>
        <pc:spChg chg="del">
          <ac:chgData name="daochi zhang" userId="7bab22f253428d44" providerId="LiveId" clId="{C43E757E-2E45-4575-8EFB-9516C25FE285}" dt="2023-08-23T17:46:43.944" v="6435" actId="478"/>
          <ac:spMkLst>
            <pc:docMk/>
            <pc:sldMk cId="1732112425" sldId="1303"/>
            <ac:spMk id="20" creationId="{5DC25E6B-68DD-0A17-00B4-22B95C9C3665}"/>
          </ac:spMkLst>
        </pc:spChg>
        <pc:spChg chg="del">
          <ac:chgData name="daochi zhang" userId="7bab22f253428d44" providerId="LiveId" clId="{C43E757E-2E45-4575-8EFB-9516C25FE285}" dt="2023-08-23T17:46:43.944" v="6435" actId="478"/>
          <ac:spMkLst>
            <pc:docMk/>
            <pc:sldMk cId="1732112425" sldId="1303"/>
            <ac:spMk id="21" creationId="{4FFB470E-9EF5-A9AE-B3FC-F7F3E1129DDB}"/>
          </ac:spMkLst>
        </pc:spChg>
        <pc:spChg chg="add mod">
          <ac:chgData name="daochi zhang" userId="7bab22f253428d44" providerId="LiveId" clId="{C43E757E-2E45-4575-8EFB-9516C25FE285}" dt="2023-08-23T17:48:13.601" v="6560" actId="1076"/>
          <ac:spMkLst>
            <pc:docMk/>
            <pc:sldMk cId="1732112425" sldId="1303"/>
            <ac:spMk id="22" creationId="{D61A0153-822E-D571-E3EC-4A752D78F78C}"/>
          </ac:spMkLst>
        </pc:spChg>
        <pc:spChg chg="add mod">
          <ac:chgData name="daochi zhang" userId="7bab22f253428d44" providerId="LiveId" clId="{C43E757E-2E45-4575-8EFB-9516C25FE285}" dt="2023-08-23T17:54:07.671" v="6588" actId="14100"/>
          <ac:spMkLst>
            <pc:docMk/>
            <pc:sldMk cId="1732112425" sldId="1303"/>
            <ac:spMk id="23" creationId="{661E5E14-9DA2-62F9-4E37-D5E7C8CFD4A2}"/>
          </ac:spMkLst>
        </pc:spChg>
        <pc:spChg chg="add mod">
          <ac:chgData name="daochi zhang" userId="7bab22f253428d44" providerId="LiveId" clId="{C43E757E-2E45-4575-8EFB-9516C25FE285}" dt="2023-08-23T17:59:23.679" v="6908" actId="1076"/>
          <ac:spMkLst>
            <pc:docMk/>
            <pc:sldMk cId="1732112425" sldId="1303"/>
            <ac:spMk id="24" creationId="{392C4CEE-17D0-442E-9D19-A2C7FF6BD8C3}"/>
          </ac:spMkLst>
        </pc:spChg>
        <pc:spChg chg="add mod">
          <ac:chgData name="daochi zhang" userId="7bab22f253428d44" providerId="LiveId" clId="{C43E757E-2E45-4575-8EFB-9516C25FE285}" dt="2023-08-23T18:22:56.852" v="7443" actId="1076"/>
          <ac:spMkLst>
            <pc:docMk/>
            <pc:sldMk cId="1732112425" sldId="1303"/>
            <ac:spMk id="25" creationId="{C6CE760A-B2D8-F051-2B94-8D626FC99B1B}"/>
          </ac:spMkLst>
        </pc:spChg>
        <pc:spChg chg="add del mod">
          <ac:chgData name="daochi zhang" userId="7bab22f253428d44" providerId="LiveId" clId="{C43E757E-2E45-4575-8EFB-9516C25FE285}" dt="2023-08-23T18:21:17.303" v="7331" actId="478"/>
          <ac:spMkLst>
            <pc:docMk/>
            <pc:sldMk cId="1732112425" sldId="1303"/>
            <ac:spMk id="26" creationId="{7169E943-FA84-D092-867B-DF41A81BAB14}"/>
          </ac:spMkLst>
        </pc:spChg>
        <pc:picChg chg="add mod">
          <ac:chgData name="daochi zhang" userId="7bab22f253428d44" providerId="LiveId" clId="{C43E757E-2E45-4575-8EFB-9516C25FE285}" dt="2023-08-23T17:57:47.912" v="6840" actId="14826"/>
          <ac:picMkLst>
            <pc:docMk/>
            <pc:sldMk cId="1732112425" sldId="1303"/>
            <ac:picMk id="7" creationId="{53C2B259-E63F-1EF9-9245-5899D16C4DDA}"/>
          </ac:picMkLst>
        </pc:picChg>
        <pc:picChg chg="del">
          <ac:chgData name="daochi zhang" userId="7bab22f253428d44" providerId="LiveId" clId="{C43E757E-2E45-4575-8EFB-9516C25FE285}" dt="2023-08-23T17:46:43.944" v="6435" actId="478"/>
          <ac:picMkLst>
            <pc:docMk/>
            <pc:sldMk cId="1732112425" sldId="1303"/>
            <ac:picMk id="9" creationId="{2C1D14F3-5877-D973-C414-E179A8095EBE}"/>
          </ac:picMkLst>
        </pc:picChg>
        <pc:picChg chg="del">
          <ac:chgData name="daochi zhang" userId="7bab22f253428d44" providerId="LiveId" clId="{C43E757E-2E45-4575-8EFB-9516C25FE285}" dt="2023-08-23T17:46:43.944" v="6435" actId="478"/>
          <ac:picMkLst>
            <pc:docMk/>
            <pc:sldMk cId="1732112425" sldId="1303"/>
            <ac:picMk id="16" creationId="{68302BEF-B111-FB1A-BBC4-93B2F2769638}"/>
          </ac:picMkLst>
        </pc:picChg>
      </pc:sldChg>
      <pc:sldChg chg="addSp delSp modSp add mod ord">
        <pc:chgData name="daochi zhang" userId="7bab22f253428d44" providerId="LiveId" clId="{C43E757E-2E45-4575-8EFB-9516C25FE285}" dt="2023-08-23T18:27:52.667" v="7485" actId="1076"/>
        <pc:sldMkLst>
          <pc:docMk/>
          <pc:sldMk cId="4079747743" sldId="1304"/>
        </pc:sldMkLst>
        <pc:spChg chg="add mod">
          <ac:chgData name="daochi zhang" userId="7bab22f253428d44" providerId="LiveId" clId="{C43E757E-2E45-4575-8EFB-9516C25FE285}" dt="2023-08-23T16:28:09.084" v="5160" actId="14100"/>
          <ac:spMkLst>
            <pc:docMk/>
            <pc:sldMk cId="4079747743" sldId="1304"/>
            <ac:spMk id="2" creationId="{44140B57-29DB-EBF4-38AB-D1B65ADC3F58}"/>
          </ac:spMkLst>
        </pc:spChg>
        <pc:spChg chg="del mod">
          <ac:chgData name="daochi zhang" userId="7bab22f253428d44" providerId="LiveId" clId="{C43E757E-2E45-4575-8EFB-9516C25FE285}" dt="2023-08-23T16:27:46.590" v="5126" actId="478"/>
          <ac:spMkLst>
            <pc:docMk/>
            <pc:sldMk cId="4079747743" sldId="1304"/>
            <ac:spMk id="4" creationId="{BCFC8A12-B4A6-F8B6-4B12-9EEFEC078B30}"/>
          </ac:spMkLst>
        </pc:spChg>
        <pc:spChg chg="del">
          <ac:chgData name="daochi zhang" userId="7bab22f253428d44" providerId="LiveId" clId="{C43E757E-2E45-4575-8EFB-9516C25FE285}" dt="2023-08-23T17:45:38.916" v="6375" actId="478"/>
          <ac:spMkLst>
            <pc:docMk/>
            <pc:sldMk cId="4079747743" sldId="1304"/>
            <ac:spMk id="6" creationId="{2B72C60B-101E-E818-ED6F-8C7B513C9035}"/>
          </ac:spMkLst>
        </pc:spChg>
        <pc:spChg chg="del mod ord">
          <ac:chgData name="daochi zhang" userId="7bab22f253428d44" providerId="LiveId" clId="{C43E757E-2E45-4575-8EFB-9516C25FE285}" dt="2023-08-23T17:46:38.891" v="6434" actId="21"/>
          <ac:spMkLst>
            <pc:docMk/>
            <pc:sldMk cId="4079747743" sldId="1304"/>
            <ac:spMk id="8" creationId="{F964B348-B208-B698-0905-64CF8612150D}"/>
          </ac:spMkLst>
        </pc:spChg>
        <pc:spChg chg="del">
          <ac:chgData name="daochi zhang" userId="7bab22f253428d44" providerId="LiveId" clId="{C43E757E-2E45-4575-8EFB-9516C25FE285}" dt="2023-08-23T17:45:38.916" v="6375" actId="478"/>
          <ac:spMkLst>
            <pc:docMk/>
            <pc:sldMk cId="4079747743" sldId="1304"/>
            <ac:spMk id="11" creationId="{F8713340-DB52-BE56-76CA-7EAAA09BF7B2}"/>
          </ac:spMkLst>
        </pc:spChg>
        <pc:spChg chg="del">
          <ac:chgData name="daochi zhang" userId="7bab22f253428d44" providerId="LiveId" clId="{C43E757E-2E45-4575-8EFB-9516C25FE285}" dt="2023-08-23T17:45:38.916" v="6375" actId="478"/>
          <ac:spMkLst>
            <pc:docMk/>
            <pc:sldMk cId="4079747743" sldId="1304"/>
            <ac:spMk id="12" creationId="{0884C18D-E480-A6AE-4192-C773860C0702}"/>
          </ac:spMkLst>
        </pc:spChg>
        <pc:spChg chg="del">
          <ac:chgData name="daochi zhang" userId="7bab22f253428d44" providerId="LiveId" clId="{C43E757E-2E45-4575-8EFB-9516C25FE285}" dt="2023-08-23T17:45:38.916" v="6375" actId="478"/>
          <ac:spMkLst>
            <pc:docMk/>
            <pc:sldMk cId="4079747743" sldId="1304"/>
            <ac:spMk id="13" creationId="{04816992-E1DE-1825-112D-949E984E6EEF}"/>
          </ac:spMkLst>
        </pc:spChg>
        <pc:spChg chg="del">
          <ac:chgData name="daochi zhang" userId="7bab22f253428d44" providerId="LiveId" clId="{C43E757E-2E45-4575-8EFB-9516C25FE285}" dt="2023-08-23T17:45:38.916" v="6375" actId="478"/>
          <ac:spMkLst>
            <pc:docMk/>
            <pc:sldMk cId="4079747743" sldId="1304"/>
            <ac:spMk id="14" creationId="{B98E7B9F-527C-DBF5-0533-B705D5E46F0C}"/>
          </ac:spMkLst>
        </pc:spChg>
        <pc:spChg chg="add del mod">
          <ac:chgData name="daochi zhang" userId="7bab22f253428d44" providerId="LiveId" clId="{C43E757E-2E45-4575-8EFB-9516C25FE285}" dt="2023-08-23T17:46:38.891" v="6434" actId="21"/>
          <ac:spMkLst>
            <pc:docMk/>
            <pc:sldMk cId="4079747743" sldId="1304"/>
            <ac:spMk id="15" creationId="{6631F7D2-5103-A266-1389-8EA6AECF457B}"/>
          </ac:spMkLst>
        </pc:spChg>
        <pc:spChg chg="add del mod">
          <ac:chgData name="daochi zhang" userId="7bab22f253428d44" providerId="LiveId" clId="{C43E757E-2E45-4575-8EFB-9516C25FE285}" dt="2023-08-23T17:46:38.891" v="6434" actId="21"/>
          <ac:spMkLst>
            <pc:docMk/>
            <pc:sldMk cId="4079747743" sldId="1304"/>
            <ac:spMk id="17" creationId="{C37B7623-00BA-A7A3-129E-EB32044C5507}"/>
          </ac:spMkLst>
        </pc:spChg>
        <pc:spChg chg="del">
          <ac:chgData name="daochi zhang" userId="7bab22f253428d44" providerId="LiveId" clId="{C43E757E-2E45-4575-8EFB-9516C25FE285}" dt="2023-08-23T17:45:38.916" v="6375" actId="478"/>
          <ac:spMkLst>
            <pc:docMk/>
            <pc:sldMk cId="4079747743" sldId="1304"/>
            <ac:spMk id="18" creationId="{A9FC98CF-89C4-94B9-53E7-2515C2E0EEFD}"/>
          </ac:spMkLst>
        </pc:spChg>
        <pc:spChg chg="del">
          <ac:chgData name="daochi zhang" userId="7bab22f253428d44" providerId="LiveId" clId="{C43E757E-2E45-4575-8EFB-9516C25FE285}" dt="2023-08-23T17:45:38.916" v="6375" actId="478"/>
          <ac:spMkLst>
            <pc:docMk/>
            <pc:sldMk cId="4079747743" sldId="1304"/>
            <ac:spMk id="20" creationId="{5DC25E6B-68DD-0A17-00B4-22B95C9C3665}"/>
          </ac:spMkLst>
        </pc:spChg>
        <pc:spChg chg="del">
          <ac:chgData name="daochi zhang" userId="7bab22f253428d44" providerId="LiveId" clId="{C43E757E-2E45-4575-8EFB-9516C25FE285}" dt="2023-08-23T17:45:38.916" v="6375" actId="478"/>
          <ac:spMkLst>
            <pc:docMk/>
            <pc:sldMk cId="4079747743" sldId="1304"/>
            <ac:spMk id="21" creationId="{4FFB470E-9EF5-A9AE-B3FC-F7F3E1129DDB}"/>
          </ac:spMkLst>
        </pc:spChg>
        <pc:spChg chg="add mod">
          <ac:chgData name="daochi zhang" userId="7bab22f253428d44" providerId="LiveId" clId="{C43E757E-2E45-4575-8EFB-9516C25FE285}" dt="2023-08-23T18:27:07.616" v="7467" actId="1037"/>
          <ac:spMkLst>
            <pc:docMk/>
            <pc:sldMk cId="4079747743" sldId="1304"/>
            <ac:spMk id="23" creationId="{B161B35F-4466-535F-DED1-82FFBD16A946}"/>
          </ac:spMkLst>
        </pc:spChg>
        <pc:spChg chg="add del mod">
          <ac:chgData name="daochi zhang" userId="7bab22f253428d44" providerId="LiveId" clId="{C43E757E-2E45-4575-8EFB-9516C25FE285}" dt="2023-08-23T18:27:31.411" v="7478"/>
          <ac:spMkLst>
            <pc:docMk/>
            <pc:sldMk cId="4079747743" sldId="1304"/>
            <ac:spMk id="24" creationId="{03FD9F47-D358-2FFA-4278-3615C5132D32}"/>
          </ac:spMkLst>
        </pc:spChg>
        <pc:spChg chg="add mod">
          <ac:chgData name="daochi zhang" userId="7bab22f253428d44" providerId="LiveId" clId="{C43E757E-2E45-4575-8EFB-9516C25FE285}" dt="2023-08-23T18:27:28.627" v="7476" actId="20577"/>
          <ac:spMkLst>
            <pc:docMk/>
            <pc:sldMk cId="4079747743" sldId="1304"/>
            <ac:spMk id="25" creationId="{56DB632F-EB0B-4828-66DE-9095BC8E3059}"/>
          </ac:spMkLst>
        </pc:spChg>
        <pc:spChg chg="add mod">
          <ac:chgData name="daochi zhang" userId="7bab22f253428d44" providerId="LiveId" clId="{C43E757E-2E45-4575-8EFB-9516C25FE285}" dt="2023-08-23T18:27:51.097" v="7484" actId="14100"/>
          <ac:spMkLst>
            <pc:docMk/>
            <pc:sldMk cId="4079747743" sldId="1304"/>
            <ac:spMk id="26" creationId="{824FDE8C-4725-501C-176E-AE2A020B9D06}"/>
          </ac:spMkLst>
        </pc:spChg>
        <pc:spChg chg="add mod">
          <ac:chgData name="daochi zhang" userId="7bab22f253428d44" providerId="LiveId" clId="{C43E757E-2E45-4575-8EFB-9516C25FE285}" dt="2023-08-23T18:27:52.667" v="7485" actId="1076"/>
          <ac:spMkLst>
            <pc:docMk/>
            <pc:sldMk cId="4079747743" sldId="1304"/>
            <ac:spMk id="27" creationId="{E29ED717-D697-EFE8-3047-7A3FD8F1C3EB}"/>
          </ac:spMkLst>
        </pc:spChg>
        <pc:picChg chg="add del mod">
          <ac:chgData name="daochi zhang" userId="7bab22f253428d44" providerId="LiveId" clId="{C43E757E-2E45-4575-8EFB-9516C25FE285}" dt="2023-08-23T17:46:38.891" v="6434" actId="21"/>
          <ac:picMkLst>
            <pc:docMk/>
            <pc:sldMk cId="4079747743" sldId="1304"/>
            <ac:picMk id="7" creationId="{596BB406-EEF0-4285-978F-8298E29D9AB3}"/>
          </ac:picMkLst>
        </pc:picChg>
        <pc:picChg chg="del">
          <ac:chgData name="daochi zhang" userId="7bab22f253428d44" providerId="LiveId" clId="{C43E757E-2E45-4575-8EFB-9516C25FE285}" dt="2023-08-23T17:45:38.916" v="6375" actId="478"/>
          <ac:picMkLst>
            <pc:docMk/>
            <pc:sldMk cId="4079747743" sldId="1304"/>
            <ac:picMk id="9" creationId="{2C1D14F3-5877-D973-C414-E179A8095EBE}"/>
          </ac:picMkLst>
        </pc:picChg>
        <pc:picChg chg="del">
          <ac:chgData name="daochi zhang" userId="7bab22f253428d44" providerId="LiveId" clId="{C43E757E-2E45-4575-8EFB-9516C25FE285}" dt="2023-08-23T17:45:38.916" v="6375" actId="478"/>
          <ac:picMkLst>
            <pc:docMk/>
            <pc:sldMk cId="4079747743" sldId="1304"/>
            <ac:picMk id="16" creationId="{68302BEF-B111-FB1A-BBC4-93B2F2769638}"/>
          </ac:picMkLst>
        </pc:picChg>
        <pc:picChg chg="add mod">
          <ac:chgData name="daochi zhang" userId="7bab22f253428d44" providerId="LiveId" clId="{C43E757E-2E45-4575-8EFB-9516C25FE285}" dt="2023-08-23T18:26:53.834" v="7456" actId="1076"/>
          <ac:picMkLst>
            <pc:docMk/>
            <pc:sldMk cId="4079747743" sldId="1304"/>
            <ac:picMk id="22" creationId="{69570C8A-E024-4E87-75B9-B690FB967AF8}"/>
          </ac:picMkLst>
        </pc:picChg>
      </pc:sldChg>
      <pc:sldChg chg="addSp delSp modSp add mod">
        <pc:chgData name="daochi zhang" userId="7bab22f253428d44" providerId="LiveId" clId="{C43E757E-2E45-4575-8EFB-9516C25FE285}" dt="2023-08-23T18:28:12.833" v="7488" actId="1035"/>
        <pc:sldMkLst>
          <pc:docMk/>
          <pc:sldMk cId="2352771741" sldId="1305"/>
        </pc:sldMkLst>
        <pc:spChg chg="mod">
          <ac:chgData name="daochi zhang" userId="7bab22f253428d44" providerId="LiveId" clId="{C43E757E-2E45-4575-8EFB-9516C25FE285}" dt="2023-08-23T16:28:00.621" v="5150" actId="1076"/>
          <ac:spMkLst>
            <pc:docMk/>
            <pc:sldMk cId="2352771741" sldId="1305"/>
            <ac:spMk id="2" creationId="{44140B57-29DB-EBF4-38AB-D1B65ADC3F58}"/>
          </ac:spMkLst>
        </pc:spChg>
        <pc:spChg chg="add mod ord">
          <ac:chgData name="daochi zhang" userId="7bab22f253428d44" providerId="LiveId" clId="{C43E757E-2E45-4575-8EFB-9516C25FE285}" dt="2023-08-23T18:13:34.980" v="7113" actId="20577"/>
          <ac:spMkLst>
            <pc:docMk/>
            <pc:sldMk cId="2352771741" sldId="1305"/>
            <ac:spMk id="4" creationId="{5B732E1F-24D9-19FD-D340-70563B27080E}"/>
          </ac:spMkLst>
        </pc:spChg>
        <pc:spChg chg="add mod ord">
          <ac:chgData name="daochi zhang" userId="7bab22f253428d44" providerId="LiveId" clId="{C43E757E-2E45-4575-8EFB-9516C25FE285}" dt="2023-08-23T18:13:05.848" v="7053" actId="1076"/>
          <ac:spMkLst>
            <pc:docMk/>
            <pc:sldMk cId="2352771741" sldId="1305"/>
            <ac:spMk id="5" creationId="{AEE06AEE-FFE3-DDF0-CF47-14EC899EAD47}"/>
          </ac:spMkLst>
        </pc:spChg>
        <pc:spChg chg="del">
          <ac:chgData name="daochi zhang" userId="7bab22f253428d44" providerId="LiveId" clId="{C43E757E-2E45-4575-8EFB-9516C25FE285}" dt="2023-08-23T17:48:25.868" v="6561" actId="478"/>
          <ac:spMkLst>
            <pc:docMk/>
            <pc:sldMk cId="2352771741" sldId="1305"/>
            <ac:spMk id="6" creationId="{2B72C60B-101E-E818-ED6F-8C7B513C9035}"/>
          </ac:spMkLst>
        </pc:spChg>
        <pc:spChg chg="del">
          <ac:chgData name="daochi zhang" userId="7bab22f253428d44" providerId="LiveId" clId="{C43E757E-2E45-4575-8EFB-9516C25FE285}" dt="2023-08-23T17:58:10.793" v="6843" actId="478"/>
          <ac:spMkLst>
            <pc:docMk/>
            <pc:sldMk cId="2352771741" sldId="1305"/>
            <ac:spMk id="8" creationId="{F964B348-B208-B698-0905-64CF8612150D}"/>
          </ac:spMkLst>
        </pc:spChg>
        <pc:spChg chg="del mod">
          <ac:chgData name="daochi zhang" userId="7bab22f253428d44" providerId="LiveId" clId="{C43E757E-2E45-4575-8EFB-9516C25FE285}" dt="2023-08-23T18:12:47.480" v="7046" actId="478"/>
          <ac:spMkLst>
            <pc:docMk/>
            <pc:sldMk cId="2352771741" sldId="1305"/>
            <ac:spMk id="10" creationId="{728F676F-614D-BEBD-483E-57811438A882}"/>
          </ac:spMkLst>
        </pc:spChg>
        <pc:spChg chg="del">
          <ac:chgData name="daochi zhang" userId="7bab22f253428d44" providerId="LiveId" clId="{C43E757E-2E45-4575-8EFB-9516C25FE285}" dt="2023-08-23T17:48:27.946" v="6562" actId="478"/>
          <ac:spMkLst>
            <pc:docMk/>
            <pc:sldMk cId="2352771741" sldId="1305"/>
            <ac:spMk id="11" creationId="{F8713340-DB52-BE56-76CA-7EAAA09BF7B2}"/>
          </ac:spMkLst>
        </pc:spChg>
        <pc:spChg chg="del">
          <ac:chgData name="daochi zhang" userId="7bab22f253428d44" providerId="LiveId" clId="{C43E757E-2E45-4575-8EFB-9516C25FE285}" dt="2023-08-23T17:48:25.868" v="6561" actId="478"/>
          <ac:spMkLst>
            <pc:docMk/>
            <pc:sldMk cId="2352771741" sldId="1305"/>
            <ac:spMk id="12" creationId="{0884C18D-E480-A6AE-4192-C773860C0702}"/>
          </ac:spMkLst>
        </pc:spChg>
        <pc:spChg chg="del">
          <ac:chgData name="daochi zhang" userId="7bab22f253428d44" providerId="LiveId" clId="{C43E757E-2E45-4575-8EFB-9516C25FE285}" dt="2023-08-23T17:48:25.868" v="6561" actId="478"/>
          <ac:spMkLst>
            <pc:docMk/>
            <pc:sldMk cId="2352771741" sldId="1305"/>
            <ac:spMk id="13" creationId="{04816992-E1DE-1825-112D-949E984E6EEF}"/>
          </ac:spMkLst>
        </pc:spChg>
        <pc:spChg chg="del">
          <ac:chgData name="daochi zhang" userId="7bab22f253428d44" providerId="LiveId" clId="{C43E757E-2E45-4575-8EFB-9516C25FE285}" dt="2023-08-23T17:48:25.868" v="6561" actId="478"/>
          <ac:spMkLst>
            <pc:docMk/>
            <pc:sldMk cId="2352771741" sldId="1305"/>
            <ac:spMk id="14" creationId="{B98E7B9F-527C-DBF5-0533-B705D5E46F0C}"/>
          </ac:spMkLst>
        </pc:spChg>
        <pc:spChg chg="add mod">
          <ac:chgData name="daochi zhang" userId="7bab22f253428d44" providerId="LiveId" clId="{C43E757E-2E45-4575-8EFB-9516C25FE285}" dt="2023-08-23T18:20:15.559" v="7273" actId="14100"/>
          <ac:spMkLst>
            <pc:docMk/>
            <pc:sldMk cId="2352771741" sldId="1305"/>
            <ac:spMk id="17" creationId="{95C98C86-9783-14C3-796B-5382310538DD}"/>
          </ac:spMkLst>
        </pc:spChg>
        <pc:spChg chg="del">
          <ac:chgData name="daochi zhang" userId="7bab22f253428d44" providerId="LiveId" clId="{C43E757E-2E45-4575-8EFB-9516C25FE285}" dt="2023-08-23T17:48:25.868" v="6561" actId="478"/>
          <ac:spMkLst>
            <pc:docMk/>
            <pc:sldMk cId="2352771741" sldId="1305"/>
            <ac:spMk id="18" creationId="{A9FC98CF-89C4-94B9-53E7-2515C2E0EEFD}"/>
          </ac:spMkLst>
        </pc:spChg>
        <pc:spChg chg="add mod">
          <ac:chgData name="daochi zhang" userId="7bab22f253428d44" providerId="LiveId" clId="{C43E757E-2E45-4575-8EFB-9516C25FE285}" dt="2023-08-23T18:28:12.833" v="7488" actId="1035"/>
          <ac:spMkLst>
            <pc:docMk/>
            <pc:sldMk cId="2352771741" sldId="1305"/>
            <ac:spMk id="19" creationId="{3C62C9CA-1344-5BE7-CB81-C5DABE8D3BD7}"/>
          </ac:spMkLst>
        </pc:spChg>
        <pc:spChg chg="del">
          <ac:chgData name="daochi zhang" userId="7bab22f253428d44" providerId="LiveId" clId="{C43E757E-2E45-4575-8EFB-9516C25FE285}" dt="2023-08-23T17:48:25.868" v="6561" actId="478"/>
          <ac:spMkLst>
            <pc:docMk/>
            <pc:sldMk cId="2352771741" sldId="1305"/>
            <ac:spMk id="20" creationId="{5DC25E6B-68DD-0A17-00B4-22B95C9C3665}"/>
          </ac:spMkLst>
        </pc:spChg>
        <pc:spChg chg="del">
          <ac:chgData name="daochi zhang" userId="7bab22f253428d44" providerId="LiveId" clId="{C43E757E-2E45-4575-8EFB-9516C25FE285}" dt="2023-08-23T17:48:25.868" v="6561" actId="478"/>
          <ac:spMkLst>
            <pc:docMk/>
            <pc:sldMk cId="2352771741" sldId="1305"/>
            <ac:spMk id="21" creationId="{4FFB470E-9EF5-A9AE-B3FC-F7F3E1129DDB}"/>
          </ac:spMkLst>
        </pc:spChg>
        <pc:spChg chg="add mod">
          <ac:chgData name="daochi zhang" userId="7bab22f253428d44" providerId="LiveId" clId="{C43E757E-2E45-4575-8EFB-9516C25FE285}" dt="2023-08-23T18:12:47.721" v="7047"/>
          <ac:spMkLst>
            <pc:docMk/>
            <pc:sldMk cId="2352771741" sldId="1305"/>
            <ac:spMk id="22" creationId="{5829FF1D-7B23-8930-C6E7-9E5428310860}"/>
          </ac:spMkLst>
        </pc:spChg>
        <pc:spChg chg="add mod">
          <ac:chgData name="daochi zhang" userId="7bab22f253428d44" providerId="LiveId" clId="{C43E757E-2E45-4575-8EFB-9516C25FE285}" dt="2023-08-23T18:20:54.776" v="7324" actId="1076"/>
          <ac:spMkLst>
            <pc:docMk/>
            <pc:sldMk cId="2352771741" sldId="1305"/>
            <ac:spMk id="23" creationId="{EA20AC23-0D70-9D90-4334-BA7929FD4BD3}"/>
          </ac:spMkLst>
        </pc:spChg>
        <pc:picChg chg="mod">
          <ac:chgData name="daochi zhang" userId="7bab22f253428d44" providerId="LiveId" clId="{C43E757E-2E45-4575-8EFB-9516C25FE285}" dt="2023-08-23T18:00:30.509" v="6985" actId="1076"/>
          <ac:picMkLst>
            <pc:docMk/>
            <pc:sldMk cId="2352771741" sldId="1305"/>
            <ac:picMk id="3" creationId="{009852FD-9C5F-01AE-792F-B5B6656892E4}"/>
          </ac:picMkLst>
        </pc:picChg>
        <pc:picChg chg="del">
          <ac:chgData name="daochi zhang" userId="7bab22f253428d44" providerId="LiveId" clId="{C43E757E-2E45-4575-8EFB-9516C25FE285}" dt="2023-08-23T17:48:25.868" v="6561" actId="478"/>
          <ac:picMkLst>
            <pc:docMk/>
            <pc:sldMk cId="2352771741" sldId="1305"/>
            <ac:picMk id="9" creationId="{2C1D14F3-5877-D973-C414-E179A8095EBE}"/>
          </ac:picMkLst>
        </pc:picChg>
        <pc:picChg chg="add mod">
          <ac:chgData name="daochi zhang" userId="7bab22f253428d44" providerId="LiveId" clId="{C43E757E-2E45-4575-8EFB-9516C25FE285}" dt="2023-08-23T18:20:07.300" v="7264" actId="14826"/>
          <ac:picMkLst>
            <pc:docMk/>
            <pc:sldMk cId="2352771741" sldId="1305"/>
            <ac:picMk id="15" creationId="{8E5C8B72-CE3A-B5AF-0AEE-EFF8F16D6AF8}"/>
          </ac:picMkLst>
        </pc:picChg>
        <pc:picChg chg="del">
          <ac:chgData name="daochi zhang" userId="7bab22f253428d44" providerId="LiveId" clId="{C43E757E-2E45-4575-8EFB-9516C25FE285}" dt="2023-08-23T17:48:25.868" v="6561" actId="478"/>
          <ac:picMkLst>
            <pc:docMk/>
            <pc:sldMk cId="2352771741" sldId="1305"/>
            <ac:picMk id="16" creationId="{68302BEF-B111-FB1A-BBC4-93B2F2769638}"/>
          </ac:picMkLst>
        </pc:picChg>
      </pc:sldChg>
      <pc:sldChg chg="addSp delSp modSp add mod">
        <pc:chgData name="daochi zhang" userId="7bab22f253428d44" providerId="LiveId" clId="{C43E757E-2E45-4575-8EFB-9516C25FE285}" dt="2023-08-23T18:29:57.938" v="7647" actId="1076"/>
        <pc:sldMkLst>
          <pc:docMk/>
          <pc:sldMk cId="3569331107" sldId="1306"/>
        </pc:sldMkLst>
        <pc:spChg chg="add mod">
          <ac:chgData name="daochi zhang" userId="7bab22f253428d44" providerId="LiveId" clId="{C43E757E-2E45-4575-8EFB-9516C25FE285}" dt="2023-08-23T18:29:55.840" v="7646" actId="1076"/>
          <ac:spMkLst>
            <pc:docMk/>
            <pc:sldMk cId="3569331107" sldId="1306"/>
            <ac:spMk id="4" creationId="{F6771ED9-50AE-E093-EAA0-315B4EBB8AA3}"/>
          </ac:spMkLst>
        </pc:spChg>
        <pc:spChg chg="mod">
          <ac:chgData name="daochi zhang" userId="7bab22f253428d44" providerId="LiveId" clId="{C43E757E-2E45-4575-8EFB-9516C25FE285}" dt="2023-08-23T18:29:54.071" v="7645" actId="1076"/>
          <ac:spMkLst>
            <pc:docMk/>
            <pc:sldMk cId="3569331107" sldId="1306"/>
            <ac:spMk id="5" creationId="{C4E38EAC-9D0D-FD76-9C31-0EA88250F0FB}"/>
          </ac:spMkLst>
        </pc:spChg>
        <pc:spChg chg="mod">
          <ac:chgData name="daochi zhang" userId="7bab22f253428d44" providerId="LiveId" clId="{C43E757E-2E45-4575-8EFB-9516C25FE285}" dt="2023-08-23T18:29:57.938" v="7647" actId="1076"/>
          <ac:spMkLst>
            <pc:docMk/>
            <pc:sldMk cId="3569331107" sldId="1306"/>
            <ac:spMk id="7" creationId="{76D680C0-9A00-2BED-0E32-6FF5FB0F03C6}"/>
          </ac:spMkLst>
        </pc:spChg>
        <pc:spChg chg="mod">
          <ac:chgData name="daochi zhang" userId="7bab22f253428d44" providerId="LiveId" clId="{C43E757E-2E45-4575-8EFB-9516C25FE285}" dt="2023-08-23T17:47:18.591" v="6451" actId="1076"/>
          <ac:spMkLst>
            <pc:docMk/>
            <pc:sldMk cId="3569331107" sldId="1306"/>
            <ac:spMk id="8" creationId="{F964B348-B208-B698-0905-64CF8612150D}"/>
          </ac:spMkLst>
        </pc:spChg>
        <pc:spChg chg="del mod">
          <ac:chgData name="daochi zhang" userId="7bab22f253428d44" providerId="LiveId" clId="{C43E757E-2E45-4575-8EFB-9516C25FE285}" dt="2023-08-23T18:29:06.143" v="7577" actId="478"/>
          <ac:spMkLst>
            <pc:docMk/>
            <pc:sldMk cId="3569331107" sldId="1306"/>
            <ac:spMk id="15" creationId="{8F8701BA-6587-7A3C-8E73-C51247CCB3BA}"/>
          </ac:spMkLst>
        </pc:spChg>
        <pc:spChg chg="del mod">
          <ac:chgData name="daochi zhang" userId="7bab22f253428d44" providerId="LiveId" clId="{C43E757E-2E45-4575-8EFB-9516C25FE285}" dt="2023-08-23T18:29:06.143" v="7577" actId="478"/>
          <ac:spMkLst>
            <pc:docMk/>
            <pc:sldMk cId="3569331107" sldId="1306"/>
            <ac:spMk id="17" creationId="{11A0BEF9-E2D0-3ED1-B5CB-36060B95D4CC}"/>
          </ac:spMkLst>
        </pc:spChg>
        <pc:spChg chg="del mod">
          <ac:chgData name="daochi zhang" userId="7bab22f253428d44" providerId="LiveId" clId="{C43E757E-2E45-4575-8EFB-9516C25FE285}" dt="2023-08-23T18:29:09.046" v="7578" actId="478"/>
          <ac:spMkLst>
            <pc:docMk/>
            <pc:sldMk cId="3569331107" sldId="1306"/>
            <ac:spMk id="23" creationId="{B430C074-82D6-453F-0E63-2BBAB1DE1F08}"/>
          </ac:spMkLst>
        </pc:spChg>
        <pc:spChg chg="del mod">
          <ac:chgData name="daochi zhang" userId="7bab22f253428d44" providerId="LiveId" clId="{C43E757E-2E45-4575-8EFB-9516C25FE285}" dt="2023-08-23T18:29:09.046" v="7578" actId="478"/>
          <ac:spMkLst>
            <pc:docMk/>
            <pc:sldMk cId="3569331107" sldId="1306"/>
            <ac:spMk id="24" creationId="{12E75CE1-7353-F6B1-D6C4-192C29D93140}"/>
          </ac:spMkLst>
        </pc:spChg>
        <pc:spChg chg="mod">
          <ac:chgData name="daochi zhang" userId="7bab22f253428d44" providerId="LiveId" clId="{C43E757E-2E45-4575-8EFB-9516C25FE285}" dt="2023-08-23T18:29:54.071" v="7645" actId="1076"/>
          <ac:spMkLst>
            <pc:docMk/>
            <pc:sldMk cId="3569331107" sldId="1306"/>
            <ac:spMk id="25" creationId="{3DA8EB01-5240-7563-9C00-99DD3E78FAC3}"/>
          </ac:spMkLst>
        </pc:spChg>
        <pc:spChg chg="del mod">
          <ac:chgData name="daochi zhang" userId="7bab22f253428d44" providerId="LiveId" clId="{C43E757E-2E45-4575-8EFB-9516C25FE285}" dt="2023-08-23T18:29:09.046" v="7578" actId="478"/>
          <ac:spMkLst>
            <pc:docMk/>
            <pc:sldMk cId="3569331107" sldId="1306"/>
            <ac:spMk id="26" creationId="{4E3343A6-D75A-29B2-E1EC-28FA64D6E39D}"/>
          </ac:spMkLst>
        </pc:spChg>
        <pc:picChg chg="mod modCrop">
          <ac:chgData name="daochi zhang" userId="7bab22f253428d44" providerId="LiveId" clId="{C43E757E-2E45-4575-8EFB-9516C25FE285}" dt="2023-08-23T17:47:26.005" v="6455" actId="1076"/>
          <ac:picMkLst>
            <pc:docMk/>
            <pc:sldMk cId="3569331107" sldId="1306"/>
            <ac:picMk id="9" creationId="{2C1D14F3-5877-D973-C414-E179A8095EBE}"/>
          </ac:picMkLst>
        </pc:picChg>
      </pc:sldChg>
      <pc:sldChg chg="addSp delSp modSp mod">
        <pc:chgData name="daochi zhang" userId="7bab22f253428d44" providerId="LiveId" clId="{C43E757E-2E45-4575-8EFB-9516C25FE285}" dt="2023-08-24T05:51:07.374" v="7697" actId="478"/>
        <pc:sldMkLst>
          <pc:docMk/>
          <pc:sldMk cId="1552736467" sldId="1308"/>
        </pc:sldMkLst>
        <pc:spChg chg="del">
          <ac:chgData name="daochi zhang" userId="7bab22f253428d44" providerId="LiveId" clId="{C43E757E-2E45-4575-8EFB-9516C25FE285}" dt="2023-08-24T05:51:07.374" v="7697" actId="478"/>
          <ac:spMkLst>
            <pc:docMk/>
            <pc:sldMk cId="1552736467" sldId="1308"/>
            <ac:spMk id="4" creationId="{5D485735-1E08-CFB7-E445-45D842336AC1}"/>
          </ac:spMkLst>
        </pc:spChg>
        <pc:spChg chg="add mod">
          <ac:chgData name="daochi zhang" userId="7bab22f253428d44" providerId="LiveId" clId="{C43E757E-2E45-4575-8EFB-9516C25FE285}" dt="2023-08-24T05:51:03.453" v="7696" actId="1076"/>
          <ac:spMkLst>
            <pc:docMk/>
            <pc:sldMk cId="1552736467" sldId="1308"/>
            <ac:spMk id="6" creationId="{656E9D76-AE30-5DC6-7864-08D051EC1E3C}"/>
          </ac:spMkLst>
        </pc:spChg>
        <pc:spChg chg="mod">
          <ac:chgData name="daochi zhang" userId="7bab22f253428d44" providerId="LiveId" clId="{C43E757E-2E45-4575-8EFB-9516C25FE285}" dt="2023-08-24T05:51:03.453" v="7696" actId="1076"/>
          <ac:spMkLst>
            <pc:docMk/>
            <pc:sldMk cId="1552736467" sldId="1308"/>
            <ac:spMk id="7" creationId="{4517229F-B068-4490-5062-30366B602515}"/>
          </ac:spMkLst>
        </pc:spChg>
      </pc:sldChg>
      <pc:sldChg chg="ord">
        <pc:chgData name="daochi zhang" userId="7bab22f253428d44" providerId="LiveId" clId="{C43E757E-2E45-4575-8EFB-9516C25FE285}" dt="2023-08-24T07:31:21.291" v="7699"/>
        <pc:sldMkLst>
          <pc:docMk/>
          <pc:sldMk cId="2568611244" sldId="1311"/>
        </pc:sldMkLst>
      </pc:sldChg>
    </pc:docChg>
  </pc:docChgLst>
  <pc:docChgLst>
    <pc:chgData name="daochi zhang" userId="7bab22f253428d44" providerId="LiveId" clId="{70C6419A-DF2F-4DCA-88CB-0E5512E78FEE}"/>
    <pc:docChg chg="custSel modSld">
      <pc:chgData name="daochi zhang" userId="7bab22f253428d44" providerId="LiveId" clId="{70C6419A-DF2F-4DCA-88CB-0E5512E78FEE}" dt="2023-12-31T08:03:12.534" v="1" actId="478"/>
      <pc:docMkLst>
        <pc:docMk/>
      </pc:docMkLst>
      <pc:sldChg chg="delSp mod">
        <pc:chgData name="daochi zhang" userId="7bab22f253428d44" providerId="LiveId" clId="{70C6419A-DF2F-4DCA-88CB-0E5512E78FEE}" dt="2023-12-31T08:03:12.534" v="1" actId="478"/>
        <pc:sldMkLst>
          <pc:docMk/>
          <pc:sldMk cId="1552736467" sldId="1308"/>
        </pc:sldMkLst>
        <pc:spChg chg="del">
          <ac:chgData name="daochi zhang" userId="7bab22f253428d44" providerId="LiveId" clId="{70C6419A-DF2F-4DCA-88CB-0E5512E78FEE}" dt="2023-12-31T08:03:12.534" v="1" actId="478"/>
          <ac:spMkLst>
            <pc:docMk/>
            <pc:sldMk cId="1552736467" sldId="1308"/>
            <ac:spMk id="6" creationId="{656E9D76-AE30-5DC6-7864-08D051EC1E3C}"/>
          </ac:spMkLst>
        </pc:spChg>
        <pc:spChg chg="del">
          <ac:chgData name="daochi zhang" userId="7bab22f253428d44" providerId="LiveId" clId="{70C6419A-DF2F-4DCA-88CB-0E5512E78FEE}" dt="2023-12-31T08:03:11.885" v="0" actId="478"/>
          <ac:spMkLst>
            <pc:docMk/>
            <pc:sldMk cId="1552736467" sldId="1308"/>
            <ac:spMk id="7" creationId="{4517229F-B068-4490-5062-30366B60251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E14F50-6787-4CAC-84C4-61CCBEF18C4C}" type="datetimeFigureOut">
              <a:rPr lang="zh-CN" altLang="en-US" smtClean="0"/>
              <a:t>2023/12/31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37EF07-A720-4EEA-ACE1-BE15C45300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32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92BFEA-50FB-49DC-9AEB-61733256426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077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4301"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3B5556-C09A-4108-B1A3-569D4357164A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1455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3B5556-C09A-4108-B1A3-569D4357164A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79035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3B5556-C09A-4108-B1A3-569D4357164A}" type="slidenum">
              <a:rPr lang="en-US" altLang="zh-CN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15875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3B5556-C09A-4108-B1A3-569D4357164A}" type="slidenum">
              <a:rPr lang="en-US" altLang="zh-CN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42812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3B5556-C09A-4108-B1A3-569D4357164A}" type="slidenum">
              <a:rPr lang="en-US" altLang="zh-CN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8116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92BFEA-50FB-49DC-9AEB-61733256426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8227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92BFEA-50FB-49DC-9AEB-61733256426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136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92BFEA-50FB-49DC-9AEB-61733256426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9909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92BFEA-50FB-49DC-9AEB-61733256426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05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3B5556-C09A-4108-B1A3-569D4357164A}" type="slidenum">
              <a:rPr lang="en-US" altLang="zh-CN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78402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3B5556-C09A-4108-B1A3-569D4357164A}" type="slidenum">
              <a:rPr lang="en-US" altLang="zh-CN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98186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3B5556-C09A-4108-B1A3-569D4357164A}" type="slidenum">
              <a:rPr lang="en-US" altLang="zh-CN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33256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3B5556-C09A-4108-B1A3-569D4357164A}" type="slidenum">
              <a:rPr lang="en-US" altLang="zh-CN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41871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3B5556-C09A-4108-B1A3-569D4357164A}" type="slidenum">
              <a:rPr lang="en-US" altLang="zh-CN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672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71CC6A-5EC7-9E8F-6002-3D1F5B1C5C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431665A-4324-0B36-1AC6-A1D8F16E7C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1C7918-1367-AF7E-62F9-08FCFA252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A56C-E91E-4548-9703-0976B9B61745}" type="datetimeFigureOut">
              <a:rPr lang="zh-CN" altLang="en-US" smtClean="0"/>
              <a:t>2023/12/31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43A9D1-EF90-5DCE-640A-BED18462A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20EC65-C498-3C1F-EE91-57B39801B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C2B2C-1CB2-4434-9651-E0ED3DD08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396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ECF7C1-B3FA-8D4C-9BC3-CE55452C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871F38-4EB9-9D7E-50E2-80848E25B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18053D-E6BB-3325-C00B-D1FFBF09F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A56C-E91E-4548-9703-0976B9B61745}" type="datetimeFigureOut">
              <a:rPr lang="zh-CN" altLang="en-US" smtClean="0"/>
              <a:t>2023/12/31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5101DD-56D0-0C42-1858-A50A365A5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2CA859-760C-3052-450B-CCEB1B364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C2B2C-1CB2-4434-9651-E0ED3DD08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732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CDFCFF-20CF-3894-A4EE-85DA7FE3D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F08C4A-C99C-2131-0EBF-F7ADA19C4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B2D6AB-9647-4C20-DD83-31FD55482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A56C-E91E-4548-9703-0976B9B61745}" type="datetimeFigureOut">
              <a:rPr lang="zh-CN" altLang="en-US" smtClean="0"/>
              <a:t>2023/12/31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79003C-1EE4-8962-9138-B451931C5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44DD1F-2229-6015-715A-233A16312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C2B2C-1CB2-4434-9651-E0ED3DD08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8097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F139EF-3B25-F95A-3988-9E61B7639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0FA43A-DB95-984A-D017-8BE6561BED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FF9528-5FF8-05BE-3EC0-178333EE49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3107EB-7606-8784-EE7E-4A02C94FE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A56C-E91E-4548-9703-0976B9B61745}" type="datetimeFigureOut">
              <a:rPr lang="zh-CN" altLang="en-US" smtClean="0"/>
              <a:t>2023/12/31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3E9053-EF6F-1E8D-DA74-1606C03BD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866ED8-0742-86E3-71A9-79B67DE77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C2B2C-1CB2-4434-9651-E0ED3DD08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238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9C1734-5FBB-1991-9525-7FA7D9D8D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89FD1A-8BDE-1818-F8AD-8B3F2C478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915CC7-5ED5-663A-066E-207B0981CE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74AA8F0-37AE-08ED-5106-371E027F59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2FAFEAD-3E0F-CA5D-AC3B-85AF645D3C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0BDC2FD-0D7B-14F7-7A0D-872FFD495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A56C-E91E-4548-9703-0976B9B61745}" type="datetimeFigureOut">
              <a:rPr lang="zh-CN" altLang="en-US" smtClean="0"/>
              <a:t>2023/12/31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54854FE-2145-D692-6658-318B1067D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4799461-E08F-B53D-9B0F-4445EEB7A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C2B2C-1CB2-4434-9651-E0ED3DD08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48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0D16D6-8F89-0C1A-093B-1DEAF18B6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C58DB92-086C-987E-2C39-8FC3886EF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A56C-E91E-4548-9703-0976B9B61745}" type="datetimeFigureOut">
              <a:rPr lang="zh-CN" altLang="en-US" smtClean="0"/>
              <a:t>2023/12/31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6A46BBD-5D86-4BAA-AE9C-A038AADDD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25BFD44-E636-CBD6-74D1-A138AD2B1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C2B2C-1CB2-4434-9651-E0ED3DD08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8447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CBBA79D-747A-ECC2-6CF8-FBEAB8AB3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A56C-E91E-4548-9703-0976B9B61745}" type="datetimeFigureOut">
              <a:rPr lang="zh-CN" altLang="en-US" smtClean="0"/>
              <a:t>2023/12/31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382EED8-799E-8B86-8CE0-5FC964B4E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B9BDFB-F3B9-2184-4121-260B815B7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C2B2C-1CB2-4434-9651-E0ED3DD08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093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BDA42C-9BEA-8008-AED6-0E6BD0ECE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371358-1FFD-684D-643C-8E2239647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93284F7-494E-8453-D9A1-F5BE51CD2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5C78E5-E078-8176-FCDC-EEF766B1F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A56C-E91E-4548-9703-0976B9B61745}" type="datetimeFigureOut">
              <a:rPr lang="zh-CN" altLang="en-US" smtClean="0"/>
              <a:t>2023/12/31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BE4FB7-E3DA-9A4E-ADE5-EFD913D0B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E66A30-8CC8-010C-2693-25CEF560F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C2B2C-1CB2-4434-9651-E0ED3DD08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7045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A90F0B-73FA-88B2-AE26-63B8E4442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8DBBFF7-0F00-D782-603B-03FAEE04ED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296EF3-8F92-ADB2-5FA9-148290CF3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9BD3E7-C586-40F6-7BA3-BC36E2B7F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A56C-E91E-4548-9703-0976B9B61745}" type="datetimeFigureOut">
              <a:rPr lang="zh-CN" altLang="en-US" smtClean="0"/>
              <a:t>2023/12/31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6B1DE-CBBD-A824-C83D-BC673C515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606494-4006-6A04-9CD3-52963A3D7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C2B2C-1CB2-4434-9651-E0ED3DD08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0077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8C9333-606B-2A62-5994-622CE4692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8BFDDDE-2675-CA28-2C46-5E107E314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7BDF0C-21FB-7844-6F5C-C34540BD7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A56C-E91E-4548-9703-0976B9B61745}" type="datetimeFigureOut">
              <a:rPr lang="zh-CN" altLang="en-US" smtClean="0"/>
              <a:t>2023/12/31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ECDB75-85D8-7773-A3B4-B8B13714A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70BC83-9D65-EC7B-79D1-DB9D3C033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C2B2C-1CB2-4434-9651-E0ED3DD08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138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32299B4-B730-1A28-44F7-D614256817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794077-5A97-676E-A820-4E572E1C7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F26F26-2E7E-366D-FFF0-8B49FBB6E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A56C-E91E-4548-9703-0976B9B61745}" type="datetimeFigureOut">
              <a:rPr lang="zh-CN" altLang="en-US" smtClean="0"/>
              <a:t>2023/12/31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8F0BA5-573A-43A4-1179-385B71860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FDF4E4-9B06-ACC6-43BC-735D30243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C2B2C-1CB2-4434-9651-E0ED3DD08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056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EF61E27-02C5-B8BF-7589-7BF732FF1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9C5A84-FB4B-EAFA-44C7-282366266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922736-F774-EE71-15FB-5091D0743A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EA56C-E91E-4548-9703-0976B9B61745}" type="datetimeFigureOut">
              <a:rPr lang="zh-CN" altLang="en-US" smtClean="0"/>
              <a:t>2023/12/31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DCF258-8E1F-D0E4-62D0-623686D7B5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99EA7A-1532-AD98-A7F1-E8CA3A1C2F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C2B2C-1CB2-4434-9651-E0ED3DD08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0010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34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png"/><Relationship Id="rId3" Type="http://schemas.openxmlformats.org/officeDocument/2006/relationships/image" Target="../media/image54.png"/><Relationship Id="rId7" Type="http://schemas.openxmlformats.org/officeDocument/2006/relationships/image" Target="../media/image40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0.png"/><Relationship Id="rId5" Type="http://schemas.openxmlformats.org/officeDocument/2006/relationships/image" Target="../media/image380.png"/><Relationship Id="rId4" Type="http://schemas.openxmlformats.org/officeDocument/2006/relationships/image" Target="../media/image370.png"/><Relationship Id="rId9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7.png"/><Relationship Id="rId7" Type="http://schemas.openxmlformats.org/officeDocument/2006/relationships/image" Target="NUL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54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1.png"/><Relationship Id="rId13" Type="http://schemas.openxmlformats.org/officeDocument/2006/relationships/image" Target="../media/image79.png"/><Relationship Id="rId3" Type="http://schemas.openxmlformats.org/officeDocument/2006/relationships/image" Target="../media/image4.png"/><Relationship Id="rId7" Type="http://schemas.openxmlformats.org/officeDocument/2006/relationships/image" Target="../media/image1071.png"/><Relationship Id="rId12" Type="http://schemas.openxmlformats.org/officeDocument/2006/relationships/image" Target="../media/image7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1.png"/><Relationship Id="rId11" Type="http://schemas.openxmlformats.org/officeDocument/2006/relationships/image" Target="../media/image77.png"/><Relationship Id="rId5" Type="http://schemas.openxmlformats.org/officeDocument/2006/relationships/image" Target="../media/image1051.png"/><Relationship Id="rId10" Type="http://schemas.openxmlformats.org/officeDocument/2006/relationships/image" Target="../media/image76.png"/><Relationship Id="rId4" Type="http://schemas.openxmlformats.org/officeDocument/2006/relationships/image" Target="../media/image1001.png"/><Relationship Id="rId9" Type="http://schemas.openxmlformats.org/officeDocument/2006/relationships/image" Target="../media/image109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1.png"/><Relationship Id="rId3" Type="http://schemas.openxmlformats.org/officeDocument/2006/relationships/image" Target="../media/image4.png"/><Relationship Id="rId7" Type="http://schemas.openxmlformats.org/officeDocument/2006/relationships/image" Target="../media/image1071.png"/><Relationship Id="rId12" Type="http://schemas.openxmlformats.org/officeDocument/2006/relationships/image" Target="../media/image8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1.png"/><Relationship Id="rId11" Type="http://schemas.openxmlformats.org/officeDocument/2006/relationships/image" Target="../media/image81.png"/><Relationship Id="rId5" Type="http://schemas.openxmlformats.org/officeDocument/2006/relationships/image" Target="../media/image1051.png"/><Relationship Id="rId10" Type="http://schemas.openxmlformats.org/officeDocument/2006/relationships/image" Target="../media/image80.png"/><Relationship Id="rId4" Type="http://schemas.openxmlformats.org/officeDocument/2006/relationships/image" Target="../media/image1001.png"/><Relationship Id="rId9" Type="http://schemas.openxmlformats.org/officeDocument/2006/relationships/image" Target="../media/image109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10" Type="http://schemas.openxmlformats.org/officeDocument/2006/relationships/image" Target="../media/image101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0.png"/><Relationship Id="rId4" Type="http://schemas.openxmlformats.org/officeDocument/2006/relationships/image" Target="../media/image44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18.png"/><Relationship Id="rId7" Type="http://schemas.openxmlformats.org/officeDocument/2006/relationships/image" Target="../media/image500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0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0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2.png"/><Relationship Id="rId5" Type="http://schemas.openxmlformats.org/officeDocument/2006/relationships/image" Target="../media/image560.png"/><Relationship Id="rId4" Type="http://schemas.openxmlformats.org/officeDocument/2006/relationships/image" Target="../media/image55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3.png"/><Relationship Id="rId4" Type="http://schemas.openxmlformats.org/officeDocument/2006/relationships/image" Target="../media/image59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0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0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849068-E506-8DD9-B85D-5089892D5D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37547"/>
            <a:ext cx="9144000" cy="2387600"/>
          </a:xfrm>
        </p:spPr>
        <p:txBody>
          <a:bodyPr/>
          <a:lstStyle/>
          <a:p>
            <a:r>
              <a:rPr lang="en-US" altLang="zh-CN" b="1" dirty="0"/>
              <a:t>HEOM-QUICK</a:t>
            </a:r>
            <a:endParaRPr lang="zh-CN" altLang="en-US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70E3030-5768-2CBA-671F-5DE90A38EE78}"/>
              </a:ext>
            </a:extLst>
          </p:cNvPr>
          <p:cNvSpPr txBox="1"/>
          <p:nvPr/>
        </p:nvSpPr>
        <p:spPr>
          <a:xfrm>
            <a:off x="559089" y="3279130"/>
            <a:ext cx="11428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Hierarchical Equations of Motion for </a:t>
            </a:r>
            <a:r>
              <a:rPr lang="en-US" altLang="zh-CN" sz="2400" b="1" dirty="0" err="1"/>
              <a:t>QUantum</a:t>
            </a:r>
            <a:r>
              <a:rPr lang="en-US" altLang="zh-CN" sz="2400" b="1" dirty="0"/>
              <a:t> Impurity with a Correlated Kernel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552736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8BAA497-C7FA-69FE-9BCA-691141A3C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218" y="1126996"/>
            <a:ext cx="8640279" cy="534746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CFAB31B-A794-ED92-6880-99174CE86DB2}"/>
              </a:ext>
            </a:extLst>
          </p:cNvPr>
          <p:cNvSpPr txBox="1"/>
          <p:nvPr/>
        </p:nvSpPr>
        <p:spPr>
          <a:xfrm>
            <a:off x="2426494" y="333883"/>
            <a:ext cx="73390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回顾</a:t>
            </a:r>
            <a:r>
              <a:rPr lang="en-US" altLang="zh-CN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 HEOM-QUICK </a:t>
            </a:r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程序发展路线图</a:t>
            </a:r>
          </a:p>
        </p:txBody>
      </p:sp>
    </p:spTree>
    <p:extLst>
      <p:ext uri="{BB962C8B-B14F-4D97-AF65-F5344CB8AC3E}">
        <p14:creationId xmlns:p14="http://schemas.microsoft.com/office/powerpoint/2010/main" val="3410430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C333C-AE5F-42B0-BE66-D9D054610EF1}" type="slidenum">
              <a:rPr lang="en-US" altLang="zh-CN" smtClean="0"/>
              <a:pPr/>
              <a:t>3</a:t>
            </a:fld>
            <a:endParaRPr lang="en-US" altLang="zh-CN"/>
          </a:p>
        </p:txBody>
      </p:sp>
      <p:sp>
        <p:nvSpPr>
          <p:cNvPr id="4" name="Text Box 56"/>
          <p:cNvSpPr txBox="1">
            <a:spLocks noChangeArrowheads="1"/>
          </p:cNvSpPr>
          <p:nvPr/>
        </p:nvSpPr>
        <p:spPr bwMode="auto">
          <a:xfrm>
            <a:off x="1927659" y="1052085"/>
            <a:ext cx="6324401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14350" indent="-514350">
              <a:buSzPct val="80000"/>
              <a:buFont typeface="Arial" panose="020B0604020202020204" pitchFamily="34" charset="0"/>
              <a:buChar char="•"/>
            </a:pPr>
            <a:r>
              <a:rPr lang="en-US" altLang="zh-CN" sz="26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zh-CN" altLang="en-US" sz="26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多杂质</a:t>
            </a:r>
            <a:r>
              <a:rPr lang="en-US" altLang="zh-CN" sz="26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zh-CN" altLang="en-US" sz="26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能级</a:t>
            </a:r>
            <a:r>
              <a:rPr lang="en-US" altLang="zh-CN" sz="26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 Anderson </a:t>
            </a:r>
            <a:r>
              <a:rPr lang="zh-CN" altLang="en-US" sz="26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杂质模型</a:t>
            </a:r>
            <a:endParaRPr lang="en-US" altLang="zh-CN" sz="2600" b="1" dirty="0">
              <a:solidFill>
                <a:srgbClr val="0066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Text Box 56"/>
          <p:cNvSpPr txBox="1">
            <a:spLocks noChangeArrowheads="1"/>
          </p:cNvSpPr>
          <p:nvPr/>
        </p:nvSpPr>
        <p:spPr bwMode="auto">
          <a:xfrm>
            <a:off x="1927658" y="4461298"/>
            <a:ext cx="356195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>
              <a:buSzPct val="80000"/>
              <a:buFont typeface="Arial" panose="020B0604020202020204" pitchFamily="34" charset="0"/>
              <a:buChar char="•"/>
            </a:pPr>
            <a:r>
              <a:rPr lang="en-US" altLang="zh-CN" sz="26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zh-CN" altLang="en-US" sz="26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可供调控的参数</a:t>
            </a:r>
            <a:endParaRPr lang="en-US" altLang="zh-CN" sz="2600" b="1" dirty="0">
              <a:solidFill>
                <a:srgbClr val="0066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6"/>
              <p:cNvSpPr txBox="1">
                <a:spLocks noChangeArrowheads="1"/>
              </p:cNvSpPr>
              <p:nvPr/>
            </p:nvSpPr>
            <p:spPr bwMode="auto">
              <a:xfrm>
                <a:off x="2426494" y="5121972"/>
                <a:ext cx="3457750" cy="11871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85000"/>
                  </a:lnSpc>
                  <a:spcBef>
                    <a:spcPct val="50000"/>
                  </a:spcBef>
                  <a:buFont typeface="Arial" pitchFamily="34" charset="0"/>
                  <a:buChar char="•"/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  <a:cs typeface="Times New Roman" pitchFamily="18" charset="0"/>
                  </a:rPr>
                  <a:t>能级能量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itchFamily="18" charset="0"/>
                          </a:rPr>
                          <m:t>𝑣𝑠</m:t>
                        </m:r>
                      </m:sub>
                    </m:sSub>
                  </m:oMath>
                </a14:m>
                <a:endParaRPr lang="en-US" altLang="zh-CN" sz="2000" dirty="0">
                  <a:solidFill>
                    <a:srgbClr val="002060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itchFamily="18" charset="0"/>
                </a:endParaRPr>
              </a:p>
              <a:p>
                <a:pPr marL="342900" indent="-342900">
                  <a:lnSpc>
                    <a:spcPct val="85000"/>
                  </a:lnSpc>
                  <a:spcBef>
                    <a:spcPct val="50000"/>
                  </a:spcBef>
                  <a:buFont typeface="Arial" pitchFamily="34" charset="0"/>
                  <a:buChar char="•"/>
                </a:pPr>
                <a:r>
                  <a:rPr lang="en-US" altLang="zh-CN" sz="20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  <a:cs typeface="Times New Roman" pitchFamily="18" charset="0"/>
                  </a:rPr>
                  <a:t>Coulomb </a:t>
                </a:r>
                <a:r>
                  <a:rPr lang="zh-CN" altLang="en-US" sz="20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  <a:cs typeface="Times New Roman" pitchFamily="18" charset="0"/>
                  </a:rPr>
                  <a:t>排斥能</a:t>
                </a:r>
                <a:r>
                  <a:rPr lang="en-US" altLang="zh-CN" sz="20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itchFamily="18" charset="0"/>
                      </a:rPr>
                      <m:t>𝑈</m:t>
                    </m:r>
                  </m:oMath>
                </a14:m>
                <a:endParaRPr lang="en-US" altLang="zh-CN" sz="2000" dirty="0">
                  <a:solidFill>
                    <a:srgbClr val="002060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itchFamily="18" charset="0"/>
                </a:endParaRPr>
              </a:p>
              <a:p>
                <a:pPr marL="342900" indent="-342900">
                  <a:lnSpc>
                    <a:spcPct val="85000"/>
                  </a:lnSpc>
                  <a:spcBef>
                    <a:spcPct val="50000"/>
                  </a:spcBef>
                  <a:buFont typeface="Arial" pitchFamily="34" charset="0"/>
                  <a:buChar char="•"/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  <a:cs typeface="Times New Roman" pitchFamily="18" charset="0"/>
                  </a:rPr>
                  <a:t>能级间</a:t>
                </a:r>
                <a:r>
                  <a:rPr lang="en-US" altLang="zh-CN" sz="20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itchFamily="18" charset="0"/>
                      </a:rPr>
                      <m:t>𝑡</m:t>
                    </m:r>
                  </m:oMath>
                </a14:m>
                <a:r>
                  <a:rPr lang="en-US" altLang="zh-CN" sz="2000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  <a:cs typeface="Times New Roman" pitchFamily="18" charset="0"/>
                  </a:rPr>
                  <a:t>-</a:t>
                </a:r>
                <a:r>
                  <a:rPr lang="zh-CN" altLang="en-US" sz="20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  <a:cs typeface="Times New Roman" pitchFamily="18" charset="0"/>
                  </a:rPr>
                  <a:t>型</a:t>
                </a:r>
                <a:r>
                  <a:rPr lang="en-US" altLang="zh-CN" sz="20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  <a:cs typeface="Times New Roman" pitchFamily="18" charset="0"/>
                  </a:rPr>
                  <a:t> </a:t>
                </a:r>
                <a:r>
                  <a:rPr lang="zh-CN" altLang="en-US" sz="20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  <a:cs typeface="Times New Roman" pitchFamily="18" charset="0"/>
                  </a:rPr>
                  <a:t>和</a:t>
                </a:r>
                <a:r>
                  <a:rPr lang="en-US" altLang="zh-CN" sz="20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itchFamily="18" charset="0"/>
                      </a:rPr>
                      <m:t>𝐽</m:t>
                    </m:r>
                  </m:oMath>
                </a14:m>
                <a:r>
                  <a:rPr lang="en-US" altLang="zh-CN" sz="2000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  <a:cs typeface="Times New Roman" pitchFamily="18" charset="0"/>
                  </a:rPr>
                  <a:t>-</a:t>
                </a:r>
                <a:r>
                  <a:rPr lang="zh-CN" altLang="en-US" sz="20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  <a:cs typeface="Times New Roman" pitchFamily="18" charset="0"/>
                  </a:rPr>
                  <a:t>型耦合</a:t>
                </a:r>
                <a:endParaRPr lang="en-US" altLang="zh-CN" sz="2000" b="1" dirty="0">
                  <a:solidFill>
                    <a:srgbClr val="002060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3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26494" y="5121972"/>
                <a:ext cx="3457750" cy="1187120"/>
              </a:xfrm>
              <a:prstGeom prst="rect">
                <a:avLst/>
              </a:prstGeom>
              <a:blipFill>
                <a:blip r:embed="rId3"/>
                <a:stretch>
                  <a:fillRect l="-1587" t="-6154" b="-820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C9512FD8-1A4A-D8A3-91EC-4D95B312ED0C}"/>
              </a:ext>
            </a:extLst>
          </p:cNvPr>
          <p:cNvSpPr txBox="1"/>
          <p:nvPr/>
        </p:nvSpPr>
        <p:spPr>
          <a:xfrm>
            <a:off x="2426494" y="365126"/>
            <a:ext cx="73390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开放量子体系模型</a:t>
            </a:r>
            <a:endParaRPr lang="en-US" altLang="zh-CN" sz="3600" kern="0" dirty="0">
              <a:solidFill>
                <a:srgbClr val="0070C0"/>
              </a:solidFill>
              <a:latin typeface="方正黑体简体" panose="03000509000000000000" pitchFamily="65" charset="-122"/>
              <a:ea typeface="方正黑体简体" panose="03000509000000000000" pitchFamily="65" charset="-122"/>
              <a:cs typeface="Calibri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FD36B2E-98B9-DF59-255C-331205D42832}"/>
                  </a:ext>
                </a:extLst>
              </p:cNvPr>
              <p:cNvSpPr txBox="1"/>
              <p:nvPr/>
            </p:nvSpPr>
            <p:spPr>
              <a:xfrm>
                <a:off x="6018810" y="5115413"/>
                <a:ext cx="3842325" cy="1188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85000"/>
                  </a:lnSpc>
                  <a:spcBef>
                    <a:spcPct val="50000"/>
                  </a:spcBef>
                  <a:buFont typeface="Arial" pitchFamily="34" charset="0"/>
                  <a:buChar char="•"/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  <a:cs typeface="Times New Roman" pitchFamily="18" charset="0"/>
                  </a:rPr>
                  <a:t>环境的温度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altLang="zh-CN" sz="20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  <a:cs typeface="Times New Roman" pitchFamily="18" charset="0"/>
                  </a:rPr>
                  <a:t> </a:t>
                </a:r>
                <a:r>
                  <a:rPr lang="zh-CN" altLang="en-US" sz="20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  <a:cs typeface="Times New Roman" pitchFamily="18" charset="0"/>
                  </a:rPr>
                  <a:t>和化学势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itchFamily="18" charset="0"/>
                          </a:rPr>
                          <m:t>𝛼</m:t>
                        </m:r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altLang="zh-CN" sz="2000" dirty="0">
                  <a:solidFill>
                    <a:srgbClr val="002060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itchFamily="18" charset="0"/>
                </a:endParaRPr>
              </a:p>
              <a:p>
                <a:pPr marL="342900" indent="-342900">
                  <a:lnSpc>
                    <a:spcPct val="85000"/>
                  </a:lnSpc>
                  <a:spcBef>
                    <a:spcPct val="50000"/>
                  </a:spcBef>
                  <a:buFont typeface="Arial" pitchFamily="34" charset="0"/>
                  <a:buChar char="•"/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  <a:cs typeface="Times New Roman" pitchFamily="18" charset="0"/>
                  </a:rPr>
                  <a:t>环境能带宽度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  <a:cs typeface="Times New Roman" pitchFamily="18" charset="0"/>
                  </a:rPr>
                  <a:t> 和中心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itchFamily="18" charset="0"/>
                          </a:rPr>
                          <m:t>Ω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itchFamily="18" charset="0"/>
                          </a:rPr>
                          <m:t>𝛼</m:t>
                        </m:r>
                      </m:sub>
                    </m:sSub>
                  </m:oMath>
                </a14:m>
                <a:endParaRPr lang="en-US" altLang="zh-CN" sz="2000" dirty="0">
                  <a:solidFill>
                    <a:srgbClr val="002060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itchFamily="18" charset="0"/>
                </a:endParaRPr>
              </a:p>
              <a:p>
                <a:pPr marL="342900" indent="-342900">
                  <a:lnSpc>
                    <a:spcPct val="85000"/>
                  </a:lnSpc>
                  <a:spcBef>
                    <a:spcPct val="50000"/>
                  </a:spcBef>
                  <a:buFont typeface="Arial" pitchFamily="34" charset="0"/>
                  <a:buChar char="•"/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  <a:cs typeface="Times New Roman" pitchFamily="18" charset="0"/>
                  </a:rPr>
                  <a:t>体系</a:t>
                </a:r>
                <a:r>
                  <a:rPr lang="en-US" altLang="zh-CN" sz="20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  <a:cs typeface="Times New Roman" pitchFamily="18" charset="0"/>
                  </a:rPr>
                  <a:t>-</a:t>
                </a:r>
                <a:r>
                  <a:rPr lang="zh-CN" altLang="en-US" sz="20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  <a:cs typeface="Times New Roman" pitchFamily="18" charset="0"/>
                  </a:rPr>
                  <a:t>环境耦合强度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itchFamily="18" charset="0"/>
                      </a:rPr>
                      <m:t>𝛤</m:t>
                    </m:r>
                  </m:oMath>
                </a14:m>
                <a:endParaRPr lang="en-US" altLang="zh-CN" sz="2000" dirty="0">
                  <a:solidFill>
                    <a:srgbClr val="002060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FD36B2E-98B9-DF59-255C-331205D42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8810" y="5115413"/>
                <a:ext cx="3842325" cy="1188082"/>
              </a:xfrm>
              <a:prstGeom prst="rect">
                <a:avLst/>
              </a:prstGeom>
              <a:blipFill>
                <a:blip r:embed="rId4"/>
                <a:stretch>
                  <a:fillRect l="-1426" t="-6154" b="-82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7268B0B4-182D-6DDF-BB5A-6BF65A237D26}"/>
              </a:ext>
            </a:extLst>
          </p:cNvPr>
          <p:cNvSpPr txBox="1"/>
          <p:nvPr/>
        </p:nvSpPr>
        <p:spPr>
          <a:xfrm>
            <a:off x="2712530" y="6315652"/>
            <a:ext cx="798898" cy="357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5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……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C22D8AC-F744-4EFB-A6E6-842ECA07E124}"/>
              </a:ext>
            </a:extLst>
          </p:cNvPr>
          <p:cNvSpPr txBox="1"/>
          <p:nvPr/>
        </p:nvSpPr>
        <p:spPr>
          <a:xfrm>
            <a:off x="6278879" y="6315651"/>
            <a:ext cx="798898" cy="357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5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itchFamily="18" charset="0"/>
              </a:rPr>
              <a:t>……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EC7B7464-131C-3184-2881-C61CC93632B1}"/>
                  </a:ext>
                </a:extLst>
              </p:cNvPr>
              <p:cNvSpPr txBox="1"/>
              <p:nvPr/>
            </p:nvSpPr>
            <p:spPr>
              <a:xfrm>
                <a:off x="4745295" y="1934986"/>
                <a:ext cx="5770595" cy="274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sys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res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sys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res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sys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𝑣𝑠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𝑣𝑠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𝑣𝑠</m:t>
                              </m:r>
                            </m:sub>
                          </m:sSub>
                        </m:e>
                      </m:nary>
                      <m:r>
                        <a:rPr lang="en-US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𝑣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𝑣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𝑣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↓</m:t>
                              </m:r>
                            </m:sub>
                          </m:sSub>
                        </m:e>
                      </m:nary>
                      <m:r>
                        <a:rPr lang="en-US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𝑈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′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&gt;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𝑛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𝑖𝑠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𝑛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𝑗</m:t>
                                  </m:r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res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𝛼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𝜖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𝛼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𝑘𝑠</m:t>
                                  </m:r>
                                </m:sub>
                              </m:sSub>
                            </m:e>
                          </m:nary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𝑑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𝑘𝑠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</m:e>
                      </m:nary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𝑑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𝛼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𝑘𝑠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sys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res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𝛼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𝑣𝑘𝑠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𝑣𝑘𝑠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𝑑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𝑘𝑠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</m:sub>
                          </m:sSub>
                        </m:e>
                      </m:nary>
                      <m:r>
                        <a:rPr lang="en-US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H</m:t>
                      </m:r>
                      <m:r>
                        <a:rPr lang="en-US" sz="200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c</m:t>
                      </m:r>
                      <m:r>
                        <a:rPr lang="en-US" sz="200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sz="2000" dirty="0" err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EC7B7464-131C-3184-2881-C61CC9363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5295" y="1934986"/>
                <a:ext cx="5770595" cy="27415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Picture 2">
            <a:extLst>
              <a:ext uri="{FF2B5EF4-FFF2-40B4-BE49-F238E27FC236}">
                <a16:creationId xmlns:a16="http://schemas.microsoft.com/office/drawing/2014/main" id="{89BD1BD0-3BCE-8EAA-963F-449AEE27D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 l="1249" r="1648"/>
          <a:stretch>
            <a:fillRect/>
          </a:stretch>
        </p:blipFill>
        <p:spPr bwMode="auto">
          <a:xfrm>
            <a:off x="1699248" y="1854893"/>
            <a:ext cx="3020551" cy="2473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4" name="组合 33">
            <a:extLst>
              <a:ext uri="{FF2B5EF4-FFF2-40B4-BE49-F238E27FC236}">
                <a16:creationId xmlns:a16="http://schemas.microsoft.com/office/drawing/2014/main" id="{1E4C5BBB-0456-3CEA-0EB7-D60819A6ABA0}"/>
              </a:ext>
            </a:extLst>
          </p:cNvPr>
          <p:cNvGrpSpPr/>
          <p:nvPr/>
        </p:nvGrpSpPr>
        <p:grpSpPr>
          <a:xfrm>
            <a:off x="7630592" y="2992429"/>
            <a:ext cx="2970443" cy="1023466"/>
            <a:chOff x="6021446" y="2682714"/>
            <a:chExt cx="2970443" cy="1023466"/>
          </a:xfrm>
        </p:grpSpPr>
        <p:sp>
          <p:nvSpPr>
            <p:cNvPr id="35" name="右大括号 34">
              <a:extLst>
                <a:ext uri="{FF2B5EF4-FFF2-40B4-BE49-F238E27FC236}">
                  <a16:creationId xmlns:a16="http://schemas.microsoft.com/office/drawing/2014/main" id="{F04BE8B6-CB97-49CB-2A47-135E2F442C9F}"/>
                </a:ext>
              </a:extLst>
            </p:cNvPr>
            <p:cNvSpPr/>
            <p:nvPr/>
          </p:nvSpPr>
          <p:spPr>
            <a:xfrm rot="5400000">
              <a:off x="7023178" y="1680982"/>
              <a:ext cx="312224" cy="2315688"/>
            </a:xfrm>
            <a:prstGeom prst="rightBrace">
              <a:avLst>
                <a:gd name="adj1" fmla="val 84174"/>
                <a:gd name="adj2" fmla="val 47854"/>
              </a:avLst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36" name="TextBox 10">
              <a:extLst>
                <a:ext uri="{FF2B5EF4-FFF2-40B4-BE49-F238E27FC236}">
                  <a16:creationId xmlns:a16="http://schemas.microsoft.com/office/drawing/2014/main" id="{087FB198-B664-90BF-3A62-D5B9030585BD}"/>
                </a:ext>
              </a:extLst>
            </p:cNvPr>
            <p:cNvSpPr txBox="1"/>
            <p:nvPr/>
          </p:nvSpPr>
          <p:spPr>
            <a:xfrm>
              <a:off x="6324889" y="3059849"/>
              <a:ext cx="2667000" cy="646331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002060"/>
                  </a:solidFill>
                  <a:latin typeface="Calibri" pitchFamily="34" charset="0"/>
                  <a:ea typeface="Cambria Math" pitchFamily="18" charset="0"/>
                </a:rPr>
                <a:t>intra- and inter-level Coulomb repulsion</a:t>
              </a:r>
              <a:endParaRPr lang="zh-CN" altLang="en-US" b="1" dirty="0">
                <a:solidFill>
                  <a:srgbClr val="002060"/>
                </a:solidFill>
                <a:latin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2798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C333C-AE5F-42B0-BE66-D9D054610EF1}" type="slidenum">
              <a:rPr lang="en-US" altLang="zh-CN" smtClean="0"/>
              <a:pPr/>
              <a:t>4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77E5621-520A-9DD9-56FF-F831628BAB4C}"/>
                  </a:ext>
                </a:extLst>
              </p:cNvPr>
              <p:cNvSpPr txBox="1"/>
              <p:nvPr/>
            </p:nvSpPr>
            <p:spPr>
              <a:xfrm>
                <a:off x="3599033" y="4541901"/>
                <a:ext cx="1751404" cy="457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   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𝐶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𝛼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𝜈</m:t>
                          </m:r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𝜈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𝜎</m:t>
                          </m:r>
                        </m:sup>
                      </m:sSubSup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200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77E5621-520A-9DD9-56FF-F831628BAB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033" y="4541901"/>
                <a:ext cx="1751404" cy="457305"/>
              </a:xfrm>
              <a:prstGeom prst="rect">
                <a:avLst/>
              </a:prstGeom>
              <a:blipFill>
                <a:blip r:embed="rId3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75206B9A-8EBA-6351-195C-E6E418DB1149}"/>
              </a:ext>
            </a:extLst>
          </p:cNvPr>
          <p:cNvSpPr txBox="1"/>
          <p:nvPr/>
        </p:nvSpPr>
        <p:spPr>
          <a:xfrm>
            <a:off x="2868155" y="5283318"/>
            <a:ext cx="18535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Fermi </a:t>
            </a:r>
            <a:r>
              <a:rPr lang="zh-CN" altLang="en-US" sz="20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函数</a:t>
            </a:r>
            <a:endParaRPr lang="en-US" sz="2000" b="1" dirty="0" err="1">
              <a:solidFill>
                <a:srgbClr val="0066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CFE8368-9AC7-B6AE-F8F8-9CCB551AACC3}"/>
              </a:ext>
            </a:extLst>
          </p:cNvPr>
          <p:cNvSpPr txBox="1"/>
          <p:nvPr/>
        </p:nvSpPr>
        <p:spPr>
          <a:xfrm>
            <a:off x="7470258" y="5283318"/>
            <a:ext cx="1475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7030A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谱密度函数</a:t>
            </a:r>
            <a:endParaRPr lang="en-US" sz="2000" b="1" dirty="0" err="1">
              <a:solidFill>
                <a:srgbClr val="7030A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D02D7A9-91F1-7B7E-79FB-B31A2A778245}"/>
                  </a:ext>
                </a:extLst>
              </p:cNvPr>
              <p:cNvSpPr txBox="1"/>
              <p:nvPr/>
            </p:nvSpPr>
            <p:spPr>
              <a:xfrm>
                <a:off x="4979838" y="4328582"/>
                <a:ext cx="4188710" cy="9852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𝜋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𝑑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𝜔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𝜎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𝜔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𝑡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n-US" altLang="zh-CN" sz="2200" i="1">
                                  <a:solidFill>
                                    <a:srgbClr val="0066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200" i="1">
                                  <a:solidFill>
                                    <a:srgbClr val="0066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200" i="1">
                                  <a:solidFill>
                                    <a:srgbClr val="0066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  <m:r>
                                <a:rPr lang="en-US" altLang="zh-CN" sz="2200" i="1">
                                  <a:solidFill>
                                    <a:srgbClr val="0066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altLang="zh-CN" sz="2200" i="1">
                                  <a:solidFill>
                                    <a:srgbClr val="0066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𝜎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sz="2200" i="1">
                                  <a:solidFill>
                                    <a:srgbClr val="0066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solidFill>
                                    <a:srgbClr val="0066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𝜔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 altLang="zh-CN" sz="2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altLang="zh-CN" sz="2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  <m:r>
                                <a:rPr lang="en-US" altLang="zh-CN" sz="2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  <m:r>
                                <a:rPr lang="en-US" altLang="zh-CN" sz="2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𝜈</m:t>
                              </m:r>
                              <m:sSup>
                                <m:sSupPr>
                                  <m:ctrlPr>
                                    <a:rPr lang="en-US" altLang="zh-CN" sz="2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𝜈</m:t>
                                  </m:r>
                                </m:e>
                                <m:sup>
                                  <m:r>
                                    <a:rPr lang="en-US" altLang="zh-CN" sz="2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>
                              <m:r>
                                <a:rPr lang="en-US" altLang="zh-CN" sz="2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𝜎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sz="2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𝜔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D02D7A9-91F1-7B7E-79FB-B31A2A778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9838" y="4328582"/>
                <a:ext cx="4188710" cy="9852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 Box 76">
            <a:extLst>
              <a:ext uri="{FF2B5EF4-FFF2-40B4-BE49-F238E27FC236}">
                <a16:creationId xmlns:a16="http://schemas.microsoft.com/office/drawing/2014/main" id="{2BBFB6BC-5E47-95D5-FE9E-FD555562F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3564" y="1152105"/>
            <a:ext cx="2980303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600" b="1" dirty="0">
                <a:solidFill>
                  <a:srgbClr val="006600"/>
                </a:solidFill>
                <a:latin typeface="Calibri" pitchFamily="34" charset="0"/>
              </a:rPr>
              <a:t>环境的统计描述</a:t>
            </a:r>
          </a:p>
        </p:txBody>
      </p:sp>
      <p:sp>
        <p:nvSpPr>
          <p:cNvPr id="26" name="Text Box 76">
            <a:extLst>
              <a:ext uri="{FF2B5EF4-FFF2-40B4-BE49-F238E27FC236}">
                <a16:creationId xmlns:a16="http://schemas.microsoft.com/office/drawing/2014/main" id="{86A7AC0C-DC68-89E2-32CA-5D1104088B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3563" y="4007389"/>
            <a:ext cx="2646878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600" b="1" dirty="0">
                <a:solidFill>
                  <a:srgbClr val="006600"/>
                </a:solidFill>
                <a:latin typeface="Calibri" pitchFamily="34" charset="0"/>
              </a:rPr>
              <a:t>涨落耗散定理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87AEA0F9-37A7-A0EF-2372-C20ABC2062FF}"/>
                  </a:ext>
                </a:extLst>
              </p:cNvPr>
              <p:cNvSpPr txBox="1"/>
              <p:nvPr/>
            </p:nvSpPr>
            <p:spPr>
              <a:xfrm>
                <a:off x="5976459" y="5689844"/>
                <a:ext cx="4247469" cy="764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𝐽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𝛼</m:t>
                          </m:r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𝜈</m:t>
                          </m:r>
                          <m:sSup>
                            <m:sSupPr>
                              <m:ctrlP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𝜈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𝜔</m:t>
                          </m:r>
                        </m:e>
                      </m:d>
                      <m:r>
                        <a:rPr lang="en-US" altLang="zh-CN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≡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  <m: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𝑣𝑘𝑠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𝑘𝑠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𝛿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𝜔</m:t>
                              </m:r>
                              <m: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𝜖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𝛼</m:t>
                                  </m:r>
                                  <m:r>
                                    <a:rPr lang="en-US" altLang="zh-CN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𝑘𝑠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87AEA0F9-37A7-A0EF-2372-C20ABC206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459" y="5689844"/>
                <a:ext cx="4247469" cy="7645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77F68216-B2F6-D0CD-92D7-DB7508BEF250}"/>
                  </a:ext>
                </a:extLst>
              </p:cNvPr>
              <p:cNvSpPr txBox="1"/>
              <p:nvPr/>
            </p:nvSpPr>
            <p:spPr>
              <a:xfrm>
                <a:off x="2005658" y="5689844"/>
                <a:ext cx="3344779" cy="629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𝛼</m:t>
                          </m:r>
                          <m:r>
                            <a:rPr lang="en-US" altLang="zh-CN" i="1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𝜎</m:t>
                          </m:r>
                        </m:sup>
                      </m:sSubSup>
                      <m:d>
                        <m:dPr>
                          <m:ctrlPr>
                            <a:rPr lang="en-US" altLang="zh-CN" i="1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𝜔</m:t>
                          </m:r>
                        </m:e>
                      </m:d>
                      <m:r>
                        <a:rPr lang="en-US" altLang="zh-CN" i="1">
                          <a:solidFill>
                            <a:srgbClr val="0066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zh-CN" i="1">
                                  <a:solidFill>
                                    <a:srgbClr val="0066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rgbClr val="0066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rgbClr val="0066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solidFill>
                                        <a:srgbClr val="0066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solidFill>
                                        <a:srgbClr val="0066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𝜔</m:t>
                                  </m:r>
                                  <m:r>
                                    <a:rPr lang="en-US" altLang="zh-CN" i="1">
                                      <a:solidFill>
                                        <a:srgbClr val="0066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rgbClr val="006600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006600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006600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𝛼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srgbClr val="006600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𝑠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i="1">
                                  <a:solidFill>
                                    <a:srgbClr val="0066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rgbClr val="0066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0066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0066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𝛼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77F68216-B2F6-D0CD-92D7-DB7508BEF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658" y="5689844"/>
                <a:ext cx="3344779" cy="6291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140F6137-8D6E-0448-6A62-B89A84BCD7AD}"/>
              </a:ext>
            </a:extLst>
          </p:cNvPr>
          <p:cNvSpPr txBox="1"/>
          <p:nvPr/>
        </p:nvSpPr>
        <p:spPr>
          <a:xfrm>
            <a:off x="2426494" y="365126"/>
            <a:ext cx="73390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开放量子体系模型</a:t>
            </a:r>
            <a:endParaRPr lang="en-US" altLang="zh-CN" sz="3600" kern="0" dirty="0">
              <a:solidFill>
                <a:srgbClr val="0070C0"/>
              </a:solidFill>
              <a:latin typeface="方正黑体简体" panose="03000509000000000000" pitchFamily="65" charset="-122"/>
              <a:ea typeface="方正黑体简体" panose="03000509000000000000" pitchFamily="65" charset="-122"/>
              <a:cs typeface="Calibri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F4F57DB-D933-DF23-ED75-D9BF2042392E}"/>
                  </a:ext>
                </a:extLst>
              </p:cNvPr>
              <p:cNvSpPr txBox="1"/>
              <p:nvPr/>
            </p:nvSpPr>
            <p:spPr>
              <a:xfrm>
                <a:off x="4813866" y="2902480"/>
                <a:ext cx="3655280" cy="4354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   </m:t>
                          </m:r>
                          <m:r>
                            <a:rPr lang="en-US" sz="19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𝐶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𝛼</m:t>
                          </m:r>
                          <m:r>
                            <a:rPr lang="en-US" sz="19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  <m:r>
                            <a:rPr lang="en-US" sz="19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𝜈</m:t>
                          </m:r>
                          <m:sSup>
                            <m:sSupPr>
                              <m:ctrlPr>
                                <a:rPr lang="en-US" sz="19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sz="19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𝜈</m:t>
                              </m:r>
                            </m:e>
                            <m:sup>
                              <m:r>
                                <a:rPr lang="en-US" sz="19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sz="19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𝜎</m:t>
                          </m:r>
                        </m:sup>
                      </m:sSubSup>
                      <m:d>
                        <m:dPr>
                          <m:ctrlPr>
                            <a:rPr lang="en-US" sz="19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sz="19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𝑡</m:t>
                          </m:r>
                        </m:e>
                      </m:d>
                      <m:r>
                        <a:rPr lang="en-US" sz="19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≡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19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9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19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sz="19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9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𝛼𝜈</m:t>
                              </m:r>
                              <m:r>
                                <a:rPr lang="en-US" sz="19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sz="19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𝜎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19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𝑡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 sz="19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19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sz="19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9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𝜈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19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</m:sub>
                            <m:sup>
                              <m:acc>
                                <m:accPr>
                                  <m:chr m:val="̅"/>
                                  <m:ctrlPr>
                                    <a:rPr lang="en-US" sz="19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sz="19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𝜎</m:t>
                                  </m:r>
                                </m:e>
                              </m:acc>
                            </m:sup>
                          </m:sSubSup>
                          <m:d>
                            <m:dPr>
                              <m:ctrlPr>
                                <a:rPr lang="en-US" sz="19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900" b="1" dirty="0">
                  <a:solidFill>
                    <a:srgbClr val="C00000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F4F57DB-D933-DF23-ED75-D9BF20423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3866" y="2902480"/>
                <a:ext cx="3655280" cy="435440"/>
              </a:xfrm>
              <a:prstGeom prst="rect">
                <a:avLst/>
              </a:prstGeom>
              <a:blipFill>
                <a:blip r:embed="rId7"/>
                <a:stretch>
                  <a:fillRect t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041B916C-D824-6026-4F3B-BFEB24D37C17}"/>
              </a:ext>
            </a:extLst>
          </p:cNvPr>
          <p:cNvSpPr txBox="1"/>
          <p:nvPr/>
        </p:nvSpPr>
        <p:spPr>
          <a:xfrm>
            <a:off x="4594851" y="3521640"/>
            <a:ext cx="375935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200" b="1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完全表征环境对体系的影响</a:t>
            </a:r>
            <a:endParaRPr lang="zh-CN" altLang="en-US" sz="22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8D61A27-F0DB-483B-F9C8-77E2F9DF81A2}"/>
                  </a:ext>
                </a:extLst>
              </p:cNvPr>
              <p:cNvSpPr txBox="1"/>
              <p:nvPr/>
            </p:nvSpPr>
            <p:spPr>
              <a:xfrm>
                <a:off x="4448830" y="2323570"/>
                <a:ext cx="4312118" cy="4382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9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CN" sz="19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19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en-US" altLang="zh-CN" sz="19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𝛼𝜈</m:t>
                        </m:r>
                        <m:r>
                          <a:rPr lang="en-US" altLang="zh-CN" sz="19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sub>
                      <m:sup>
                        <m:r>
                          <a:rPr lang="en-US" altLang="zh-CN" sz="19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𝜎</m:t>
                        </m:r>
                      </m:sup>
                    </m:sSubSup>
                    <m:d>
                      <m:dPr>
                        <m:ctrlPr>
                          <a:rPr lang="en-US" altLang="zh-CN" sz="19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9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e>
                    </m:d>
                    <m:r>
                      <a:rPr lang="en-US" altLang="zh-CN" sz="19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≡</m:t>
                    </m:r>
                  </m:oMath>
                </a14:m>
                <a:r>
                  <a:rPr lang="en-US" altLang="zh-CN" sz="19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sz="19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19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19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9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9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𝛼</m:t>
                            </m:r>
                            <m:r>
                              <a:rPr lang="en-US" altLang="zh-CN" sz="19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𝑣𝑘𝑠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19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19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19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𝜎</m:t>
                            </m:r>
                            <m:r>
                              <a:rPr lang="en-US" altLang="zh-CN" sz="19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US" altLang="zh-CN" sz="19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sz="19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9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𝐻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190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res</m:t>
                                </m:r>
                              </m:sub>
                            </m:sSub>
                            <m:r>
                              <a:rPr lang="en-US" altLang="zh-CN" sz="19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𝑡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zh-CN" sz="19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19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9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𝑑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9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𝛼</m:t>
                            </m:r>
                            <m:r>
                              <a:rPr lang="en-US" altLang="zh-CN" sz="19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𝑘𝑠</m:t>
                            </m:r>
                          </m:sub>
                          <m:sup>
                            <m:r>
                              <a:rPr lang="en-US" altLang="zh-CN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†</m:t>
                            </m:r>
                          </m:sup>
                        </m:sSubSup>
                        <m:sSup>
                          <m:sSupPr>
                            <m:ctrlPr>
                              <a:rPr lang="en-US" altLang="zh-CN" sz="19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19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𝑒</m:t>
                            </m:r>
                          </m:e>
                          <m:sup>
                            <m:acc>
                              <m:accPr>
                                <m:chr m:val="̅"/>
                                <m:ctrlPr>
                                  <a:rPr lang="en-US" altLang="zh-CN" sz="19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9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𝜎</m:t>
                                </m:r>
                              </m:e>
                            </m:acc>
                            <m:r>
                              <a:rPr lang="en-US" altLang="zh-CN" sz="19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US" altLang="zh-CN" sz="19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sz="19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9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𝐻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190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res</m:t>
                                </m:r>
                              </m:sub>
                            </m:sSub>
                            <m:r>
                              <a:rPr lang="en-US" altLang="zh-CN" sz="19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𝑡</m:t>
                            </m:r>
                          </m:sup>
                        </m:sSup>
                      </m:e>
                    </m:nary>
                  </m:oMath>
                </a14:m>
                <a:endParaRPr lang="zh-CN" altLang="en-US" sz="19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8D61A27-F0DB-483B-F9C8-77E2F9DF8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8830" y="2323570"/>
                <a:ext cx="4312118" cy="438262"/>
              </a:xfrm>
              <a:prstGeom prst="rect">
                <a:avLst/>
              </a:prstGeom>
              <a:blipFill>
                <a:blip r:embed="rId8"/>
                <a:stretch>
                  <a:fillRect t="-94444" b="-1569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AFC19A5-250A-8DDA-4132-559164ACE878}"/>
                  </a:ext>
                </a:extLst>
              </p:cNvPr>
              <p:cNvSpPr txBox="1"/>
              <p:nvPr/>
            </p:nvSpPr>
            <p:spPr>
              <a:xfrm>
                <a:off x="2484872" y="1770297"/>
                <a:ext cx="6276077" cy="4401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200" b="1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𝐻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altLang="zh-CN" sz="22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res</m:t>
                        </m:r>
                      </m:sub>
                    </m:sSub>
                  </m:oMath>
                </a14:m>
                <a:r>
                  <a:rPr lang="en-US" altLang="zh-CN" sz="2200" b="1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-</a:t>
                </a:r>
                <a:r>
                  <a:rPr lang="zh-CN" altLang="en-US" sz="2200" b="1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相互作用绘景下，可以定义环境耗散算符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AFC19A5-250A-8DDA-4132-559164ACE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872" y="1770297"/>
                <a:ext cx="6276077" cy="440120"/>
              </a:xfrm>
              <a:prstGeom prst="rect">
                <a:avLst/>
              </a:prstGeom>
              <a:blipFill>
                <a:blip r:embed="rId9"/>
                <a:stretch>
                  <a:fillRect l="-1263" t="-6849" r="-583" b="-287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DC74EA3B-0C75-071F-858F-1F5933035A98}"/>
              </a:ext>
            </a:extLst>
          </p:cNvPr>
          <p:cNvSpPr txBox="1"/>
          <p:nvPr/>
        </p:nvSpPr>
        <p:spPr>
          <a:xfrm>
            <a:off x="2525257" y="2919664"/>
            <a:ext cx="253907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100" b="1" dirty="0">
                <a:latin typeface="等线" panose="02010600030101010101" pitchFamily="2" charset="-122"/>
                <a:ea typeface="等线" panose="02010600030101010101" pitchFamily="2" charset="-122"/>
              </a:rPr>
              <a:t>定义环境关联函数</a:t>
            </a:r>
            <a:endParaRPr lang="zh-CN" altLang="en-US" sz="2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B6C7411-9430-3B27-6063-1BF08B89C0CD}"/>
                  </a:ext>
                </a:extLst>
              </p:cNvPr>
              <p:cNvSpPr txBox="1"/>
              <p:nvPr/>
            </p:nvSpPr>
            <p:spPr>
              <a:xfrm>
                <a:off x="8610600" y="2390127"/>
                <a:ext cx="11307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𝜎</m:t>
                          </m:r>
                        </m:e>
                      </m:acc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≡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𝜎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B6C7411-9430-3B27-6063-1BF08B89C0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600" y="2390127"/>
                <a:ext cx="113072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A8074CA-2BC6-2650-F2F2-EA8C3C366778}"/>
                  </a:ext>
                </a:extLst>
              </p:cNvPr>
              <p:cNvSpPr txBox="1"/>
              <p:nvPr/>
            </p:nvSpPr>
            <p:spPr>
              <a:xfrm>
                <a:off x="7057534" y="6385132"/>
                <a:ext cx="2449565" cy="405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𝐽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𝛼</m:t>
                          </m:r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  <m:sSup>
                            <m:sSupPr>
                              <m:ctrlPr>
                                <a:rPr lang="en-US" altLang="zh-CN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𝜈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𝜈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</m:sup>
                      </m:sSubSup>
                      <m:r>
                        <a:rPr lang="en-US" altLang="zh-CN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𝐽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𝛼</m:t>
                          </m:r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𝜈</m:t>
                          </m:r>
                          <m:sSup>
                            <m:sSupPr>
                              <m:ctrlP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𝜈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C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</m:sup>
                      </m:sSubSup>
                      <m:r>
                        <a:rPr lang="en-US" altLang="zh-CN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𝐽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𝛼</m:t>
                          </m:r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𝜈</m:t>
                          </m:r>
                          <m:sSup>
                            <m:sSupPr>
                              <m:ctrlP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𝜈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A8074CA-2BC6-2650-F2F2-EA8C3C366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7534" y="6385132"/>
                <a:ext cx="2449565" cy="405560"/>
              </a:xfrm>
              <a:prstGeom prst="rect">
                <a:avLst/>
              </a:prstGeom>
              <a:blipFill>
                <a:blip r:embed="rId11"/>
                <a:stretch>
                  <a:fillRect b="-44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1536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C333C-AE5F-42B0-BE66-D9D054610EF1}" type="slidenum">
              <a:rPr lang="en-US" altLang="zh-CN" smtClean="0"/>
              <a:pPr/>
              <a:t>5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5ED15A0-B371-8F0B-BCD4-3902FBC17549}"/>
              </a:ext>
            </a:extLst>
          </p:cNvPr>
          <p:cNvSpPr txBox="1"/>
          <p:nvPr/>
        </p:nvSpPr>
        <p:spPr>
          <a:xfrm>
            <a:off x="2426494" y="365126"/>
            <a:ext cx="73390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费米型级联运动方程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44BFCC-0296-CC0B-F0E1-E89E020B7D9C}"/>
              </a:ext>
            </a:extLst>
          </p:cNvPr>
          <p:cNvSpPr txBox="1"/>
          <p:nvPr/>
        </p:nvSpPr>
        <p:spPr>
          <a:xfrm>
            <a:off x="1947545" y="1011465"/>
            <a:ext cx="50561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altLang="zh-CN" sz="2800" b="1" dirty="0" err="1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Pade</a:t>
            </a:r>
            <a:r>
              <a:rPr lang="en-US" altLang="zh-CN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以及 </a:t>
            </a:r>
            <a:r>
              <a:rPr lang="en-US" altLang="zh-CN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Fano </a:t>
            </a:r>
            <a:r>
              <a:rPr lang="zh-CN" altLang="en-US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谱分解方案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14CB5B-3500-02B8-39F9-B66AE84E489D}"/>
              </a:ext>
            </a:extLst>
          </p:cNvPr>
          <p:cNvSpPr txBox="1"/>
          <p:nvPr/>
        </p:nvSpPr>
        <p:spPr>
          <a:xfrm>
            <a:off x="2443004" y="4520313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根据留数定理得到关联函数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12C245F4-85E7-9A83-75D1-CDF20DAEB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003" y="6334780"/>
            <a:ext cx="789499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de-DE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J. Chem. Phys., 2010, 133: 101106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3C534CE-764F-2E1E-7A0C-20843CF840B6}"/>
                  </a:ext>
                </a:extLst>
              </p:cNvPr>
              <p:cNvSpPr txBox="1"/>
              <p:nvPr/>
            </p:nvSpPr>
            <p:spPr>
              <a:xfrm>
                <a:off x="2342408" y="5084361"/>
                <a:ext cx="7957162" cy="11113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2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   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𝐶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𝛼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𝜈</m:t>
                          </m:r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𝜈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𝜎</m:t>
                          </m:r>
                        </m:sup>
                      </m:sSubSup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𝑡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𝑝</m:t>
                          </m:r>
                        </m:sub>
                        <m:sup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pade</m:t>
                              </m:r>
                            </m:sub>
                          </m:sSub>
                        </m:sup>
                        <m:e>
                          <m:sSubSup>
                            <m:sSubSupPr>
                              <m:ctrlPr>
                                <a:rPr lang="en-US" altLang="zh-CN" sz="220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𝜈</m:t>
                              </m:r>
                              <m:sSup>
                                <m:sSup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𝜈</m:t>
                                  </m:r>
                                </m:e>
                                <m:sup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𝑝</m:t>
                              </m:r>
                            </m:sub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𝜎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  <m:r>
                        <a:rPr lang="en-US" sz="22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≡</m:t>
                      </m:r>
                      <m:nary>
                        <m:naryPr>
                          <m:chr m:val="∑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𝑝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200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pade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sSup>
                                <m:sSup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𝜈</m:t>
                                  </m:r>
                                </m:e>
                                <m:sup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𝑝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200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pade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sSup>
                                <m:sSup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𝜈</m:t>
                                  </m:r>
                                </m:e>
                                <m:sup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sSup>
                            <m:sSup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𝑗</m:t>
                                  </m:r>
                                  <m:sSup>
                                    <m:sSupPr>
                                      <m:ctrlP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𝜈</m:t>
                                      </m:r>
                                    </m:e>
                                    <m:sup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200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3C534CE-764F-2E1E-7A0C-20843CF84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2408" y="5084361"/>
                <a:ext cx="7957162" cy="11113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E3FD807D-3991-8D1C-34AF-39340F1263C8}"/>
              </a:ext>
            </a:extLst>
          </p:cNvPr>
          <p:cNvSpPr txBox="1"/>
          <p:nvPr/>
        </p:nvSpPr>
        <p:spPr>
          <a:xfrm>
            <a:off x="2868155" y="1597576"/>
            <a:ext cx="18535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Fermi </a:t>
            </a:r>
            <a:r>
              <a:rPr lang="zh-CN" altLang="en-US" sz="20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函数</a:t>
            </a:r>
            <a:endParaRPr lang="en-US" sz="2000" b="1" dirty="0" err="1">
              <a:solidFill>
                <a:srgbClr val="0066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2419A04-F816-BAD1-A68F-6216305391BD}"/>
              </a:ext>
            </a:extLst>
          </p:cNvPr>
          <p:cNvSpPr txBox="1"/>
          <p:nvPr/>
        </p:nvSpPr>
        <p:spPr>
          <a:xfrm>
            <a:off x="6770650" y="1603126"/>
            <a:ext cx="29072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7030A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洛伦兹型谱密度函数</a:t>
            </a:r>
            <a:endParaRPr lang="en-US" sz="2000" b="1" dirty="0" err="1">
              <a:solidFill>
                <a:srgbClr val="7030A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3AC786E-188D-0DC7-B4AA-E3F0C66E45F6}"/>
                  </a:ext>
                </a:extLst>
              </p:cNvPr>
              <p:cNvSpPr txBox="1"/>
              <p:nvPr/>
            </p:nvSpPr>
            <p:spPr>
              <a:xfrm>
                <a:off x="5976459" y="2004102"/>
                <a:ext cx="4247469" cy="6855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𝐽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𝛼</m:t>
                          </m:r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𝜈</m:t>
                          </m:r>
                          <m:sSup>
                            <m:sSupPr>
                              <m:ctrlPr>
                                <a:rPr lang="en-US" altLang="zh-CN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𝜈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𝜔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en-US" altLang="zh-CN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  <m:r>
                                <a:rPr lang="en-US" altLang="zh-CN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  <m:r>
                                <a:rPr lang="en-US" altLang="zh-CN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𝜈</m:t>
                              </m:r>
                              <m:sSup>
                                <m:sSupPr>
                                  <m:ctrlPr>
                                    <a:rPr lang="en-US" altLang="zh-CN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𝜈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altLang="zh-C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altLang="zh-CN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𝜔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b="0" i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𝛼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zh-CN" alt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3AC786E-188D-0DC7-B4AA-E3F0C66E4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459" y="2004102"/>
                <a:ext cx="4247469" cy="6855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63FACDD-AF5B-8B92-45A9-609E662679EE}"/>
                  </a:ext>
                </a:extLst>
              </p:cNvPr>
              <p:cNvSpPr txBox="1"/>
              <p:nvPr/>
            </p:nvSpPr>
            <p:spPr>
              <a:xfrm>
                <a:off x="2005658" y="2004102"/>
                <a:ext cx="3344779" cy="629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𝛼</m:t>
                          </m:r>
                          <m:r>
                            <a:rPr lang="en-US" altLang="zh-CN" i="1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𝜎</m:t>
                          </m:r>
                        </m:sup>
                      </m:sSubSup>
                      <m:d>
                        <m:dPr>
                          <m:ctrlPr>
                            <a:rPr lang="en-US" altLang="zh-CN" i="1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𝜔</m:t>
                          </m:r>
                        </m:e>
                      </m:d>
                      <m:r>
                        <a:rPr lang="en-US" altLang="zh-CN" i="1">
                          <a:solidFill>
                            <a:srgbClr val="0066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zh-CN" i="1">
                                  <a:solidFill>
                                    <a:srgbClr val="0066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rgbClr val="0066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rgbClr val="0066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solidFill>
                                        <a:srgbClr val="0066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solidFill>
                                        <a:srgbClr val="0066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𝜔</m:t>
                                  </m:r>
                                  <m:r>
                                    <a:rPr lang="en-US" altLang="zh-CN" i="1">
                                      <a:solidFill>
                                        <a:srgbClr val="0066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rgbClr val="006600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006600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006600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𝛼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srgbClr val="006600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𝑠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i="1">
                                  <a:solidFill>
                                    <a:srgbClr val="0066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rgbClr val="0066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0066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0066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𝛼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63FACDD-AF5B-8B92-45A9-609E66267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658" y="2004102"/>
                <a:ext cx="3344779" cy="6291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51E93F5C-B758-E9BC-18F6-7D19B1A6B990}"/>
              </a:ext>
            </a:extLst>
          </p:cNvPr>
          <p:cNvSpPr txBox="1"/>
          <p:nvPr/>
        </p:nvSpPr>
        <p:spPr>
          <a:xfrm>
            <a:off x="2410347" y="3108958"/>
            <a:ext cx="34499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/>
              <a:t>求解极点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(</a:t>
            </a:r>
            <a:r>
              <a:rPr lang="zh-CN" altLang="en-US" sz="20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松原 或者 </a:t>
            </a:r>
            <a:r>
              <a:rPr lang="en-US" altLang="zh-CN" sz="2000" b="1" dirty="0" err="1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Padé</a:t>
            </a:r>
            <a:r>
              <a:rPr lang="en-US" altLang="zh-CN" sz="20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zh-CN" altLang="en-US" sz="20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谱分解方案</a:t>
            </a:r>
            <a:r>
              <a:rPr lang="en-US" altLang="zh-CN" sz="2000" b="1" dirty="0"/>
              <a:t>)</a:t>
            </a:r>
            <a:endParaRPr lang="zh-CN" altLang="en-US" sz="2000" b="1" dirty="0"/>
          </a:p>
        </p:txBody>
      </p:sp>
      <p:sp>
        <p:nvSpPr>
          <p:cNvPr id="20" name="箭头: 下 19">
            <a:extLst>
              <a:ext uri="{FF2B5EF4-FFF2-40B4-BE49-F238E27FC236}">
                <a16:creationId xmlns:a16="http://schemas.microsoft.com/office/drawing/2014/main" id="{90A7782B-3D56-DA09-C2EB-E93A20114DAF}"/>
              </a:ext>
            </a:extLst>
          </p:cNvPr>
          <p:cNvSpPr/>
          <p:nvPr/>
        </p:nvSpPr>
        <p:spPr>
          <a:xfrm>
            <a:off x="3952421" y="2689674"/>
            <a:ext cx="300460" cy="4001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C8E2B8B-B753-1BB0-E899-3239218398AB}"/>
              </a:ext>
            </a:extLst>
          </p:cNvPr>
          <p:cNvSpPr txBox="1"/>
          <p:nvPr/>
        </p:nvSpPr>
        <p:spPr>
          <a:xfrm>
            <a:off x="7596394" y="3167681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极点</a:t>
            </a:r>
          </a:p>
        </p:txBody>
      </p:sp>
      <p:sp>
        <p:nvSpPr>
          <p:cNvPr id="22" name="箭头: 下 21">
            <a:extLst>
              <a:ext uri="{FF2B5EF4-FFF2-40B4-BE49-F238E27FC236}">
                <a16:creationId xmlns:a16="http://schemas.microsoft.com/office/drawing/2014/main" id="{599B7751-2237-F4B2-CE8A-62D368F8ACF0}"/>
              </a:ext>
            </a:extLst>
          </p:cNvPr>
          <p:cNvSpPr/>
          <p:nvPr/>
        </p:nvSpPr>
        <p:spPr>
          <a:xfrm>
            <a:off x="7808253" y="2711146"/>
            <a:ext cx="300460" cy="4001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C13BF335-812E-F1A8-6674-1A696C79D517}"/>
                  </a:ext>
                </a:extLst>
              </p:cNvPr>
              <p:cNvSpPr txBox="1"/>
              <p:nvPr/>
            </p:nvSpPr>
            <p:spPr>
              <a:xfrm>
                <a:off x="8339698" y="3167681"/>
                <a:ext cx="1968296" cy="4069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±</m:t>
                          </m:r>
                        </m:sub>
                      </m:sSub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dirty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en-US" altLang="zh-CN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C13BF335-812E-F1A8-6674-1A696C79D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9698" y="3167681"/>
                <a:ext cx="1968296" cy="406906"/>
              </a:xfrm>
              <a:prstGeom prst="rect">
                <a:avLst/>
              </a:prstGeom>
              <a:blipFill>
                <a:blip r:embed="rId6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组合 26">
            <a:extLst>
              <a:ext uri="{FF2B5EF4-FFF2-40B4-BE49-F238E27FC236}">
                <a16:creationId xmlns:a16="http://schemas.microsoft.com/office/drawing/2014/main" id="{E0A080AE-FC62-DAC2-BE0E-9E8E7275953D}"/>
              </a:ext>
            </a:extLst>
          </p:cNvPr>
          <p:cNvGrpSpPr/>
          <p:nvPr/>
        </p:nvGrpSpPr>
        <p:grpSpPr>
          <a:xfrm>
            <a:off x="2412881" y="3596157"/>
            <a:ext cx="7505343" cy="899670"/>
            <a:chOff x="1818503" y="1440884"/>
            <a:chExt cx="7505343" cy="8996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7C312AE1-D1FB-4206-C4F8-BDB295DEF2CF}"/>
                    </a:ext>
                  </a:extLst>
                </p:cNvPr>
                <p:cNvSpPr txBox="1"/>
                <p:nvPr/>
              </p:nvSpPr>
              <p:spPr>
                <a:xfrm>
                  <a:off x="3944589" y="1662474"/>
                  <a:ext cx="1751404" cy="4239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  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𝛼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𝜈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𝜈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𝜎</m:t>
                            </m:r>
                          </m:sup>
                        </m:sSubSup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en-US" sz="2000" i="1" dirty="0">
                    <a:latin typeface="Cambria Math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7C312AE1-D1FB-4206-C4F8-BDB295DEF2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44589" y="1662474"/>
                  <a:ext cx="1751404" cy="42396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7C5889E0-2198-5AF3-BB79-345B22D53E99}"/>
                    </a:ext>
                  </a:extLst>
                </p:cNvPr>
                <p:cNvSpPr txBox="1"/>
                <p:nvPr/>
              </p:nvSpPr>
              <p:spPr>
                <a:xfrm>
                  <a:off x="4751846" y="1440884"/>
                  <a:ext cx="4572000" cy="89967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𝜋</m:t>
                            </m:r>
                          </m:den>
                        </m:f>
                        <m:nary>
                          <m:naryPr>
                            <m:limLoc m:val="undOvr"/>
                            <m:subHide m:val="on"/>
                            <m:supHide m:val="on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𝑑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𝜔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𝜎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𝑖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𝜔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𝑡</m:t>
                                </m:r>
                              </m:sup>
                            </m:sSup>
                            <m:sSubSup>
                              <m:sSubSupPr>
                                <m:ctrlPr>
                                  <a:rPr lang="en-US" altLang="zh-CN" sz="2000" i="1">
                                    <a:solidFill>
                                      <a:srgbClr val="0066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000" i="1">
                                    <a:solidFill>
                                      <a:srgbClr val="0066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rgbClr val="0066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𝛼</m:t>
                                </m:r>
                                <m:r>
                                  <a:rPr lang="en-US" altLang="zh-CN" sz="2000" i="1">
                                    <a:solidFill>
                                      <a:srgbClr val="0066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𝑠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solidFill>
                                      <a:srgbClr val="0066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𝜎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CN" sz="2000" i="1">
                                    <a:solidFill>
                                      <a:srgbClr val="0066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solidFill>
                                      <a:srgbClr val="0066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𝜔</m:t>
                                </m:r>
                              </m:e>
                            </m:d>
                            <m:sSubSup>
                              <m:sSubSupPr>
                                <m:ctrlPr>
                                  <a:rPr lang="en-US" altLang="zh-CN" sz="20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0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𝛼</m:t>
                                </m:r>
                                <m:r>
                                  <a:rPr lang="en-US" altLang="zh-CN" sz="20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𝑠</m:t>
                                </m:r>
                                <m:r>
                                  <a:rPr lang="en-US" altLang="zh-CN" sz="20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𝜈</m:t>
                                </m:r>
                                <m:sSup>
                                  <m:sSupPr>
                                    <m:ctrlPr>
                                      <a:rPr lang="en-US" altLang="zh-CN" sz="20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𝜈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  <m:sup>
                                <m:r>
                                  <a:rPr lang="en-US" altLang="zh-CN" sz="20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𝜎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CN" sz="20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𝜔</m:t>
                                </m:r>
                              </m:e>
                            </m:d>
                          </m:e>
                        </m:nary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7C5889E0-2198-5AF3-BB79-345B22D53E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1846" y="1440884"/>
                  <a:ext cx="4572000" cy="89967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FFB2F52B-E268-647F-D838-C725E22400BE}"/>
                </a:ext>
              </a:extLst>
            </p:cNvPr>
            <p:cNvSpPr txBox="1"/>
            <p:nvPr/>
          </p:nvSpPr>
          <p:spPr>
            <a:xfrm>
              <a:off x="1818503" y="1695743"/>
              <a:ext cx="17514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留数定理求解</a:t>
              </a:r>
            </a:p>
          </p:txBody>
        </p:sp>
        <p:sp>
          <p:nvSpPr>
            <p:cNvPr id="26" name="箭头: 下 25">
              <a:extLst>
                <a:ext uri="{FF2B5EF4-FFF2-40B4-BE49-F238E27FC236}">
                  <a16:creationId xmlns:a16="http://schemas.microsoft.com/office/drawing/2014/main" id="{9B314718-5221-C993-7B20-471A43932BF5}"/>
                </a:ext>
              </a:extLst>
            </p:cNvPr>
            <p:cNvSpPr/>
            <p:nvPr/>
          </p:nvSpPr>
          <p:spPr>
            <a:xfrm rot="5400000">
              <a:off x="3687437" y="1690664"/>
              <a:ext cx="300460" cy="400110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4A37DA11-4B39-B1E2-0B66-5A07961C3745}"/>
                  </a:ext>
                </a:extLst>
              </p:cNvPr>
              <p:cNvSpPr txBox="1"/>
              <p:nvPr/>
            </p:nvSpPr>
            <p:spPr>
              <a:xfrm>
                <a:off x="10307994" y="5557975"/>
                <a:ext cx="147053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𝜎𝛼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𝜈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4A37DA11-4B39-B1E2-0B66-5A07961C3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7994" y="5557975"/>
                <a:ext cx="1470531" cy="307777"/>
              </a:xfrm>
              <a:prstGeom prst="rect">
                <a:avLst/>
              </a:prstGeom>
              <a:blipFill>
                <a:blip r:embed="rId9"/>
                <a:stretch>
                  <a:fillRect l="-4979" b="-3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5202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C333C-AE5F-42B0-BE66-D9D054610EF1}" type="slidenum">
              <a:rPr lang="en-US" altLang="zh-CN" smtClean="0"/>
              <a:pPr/>
              <a:t>6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5ED15A0-B371-8F0B-BCD4-3902FBC17549}"/>
              </a:ext>
            </a:extLst>
          </p:cNvPr>
          <p:cNvSpPr txBox="1"/>
          <p:nvPr/>
        </p:nvSpPr>
        <p:spPr>
          <a:xfrm>
            <a:off x="2426494" y="365126"/>
            <a:ext cx="73390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费米型级联运动方程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12C245F4-85E7-9A83-75D1-CDF20DAEB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003" y="6334780"/>
            <a:ext cx="789499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L. Cui, X. Zheng and Y.J. Yan.. </a:t>
            </a:r>
            <a:r>
              <a:rPr lang="de-DE" altLang="zh-CN" sz="1400" b="1" i="1" dirty="0">
                <a:latin typeface="等线" panose="02010600030101010101" pitchFamily="2" charset="-122"/>
                <a:ea typeface="等线" panose="02010600030101010101" pitchFamily="2" charset="-122"/>
              </a:rPr>
              <a:t>J. Chem. Phys. </a:t>
            </a:r>
            <a:r>
              <a:rPr lang="de-DE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151, 024110 (2019)</a:t>
            </a:r>
          </a:p>
          <a:p>
            <a:pPr algn="r"/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H.-D. Zhang, L. Cui, X. Zheng and Y.J. Yan.. </a:t>
            </a:r>
            <a:r>
              <a:rPr lang="de-DE" altLang="zh-CN" sz="1400" b="1" i="1" dirty="0">
                <a:latin typeface="等线" panose="02010600030101010101" pitchFamily="2" charset="-122"/>
                <a:ea typeface="等线" panose="02010600030101010101" pitchFamily="2" charset="-122"/>
              </a:rPr>
              <a:t>J. Chem. Phys. </a:t>
            </a:r>
            <a:r>
              <a:rPr lang="de-DE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152, 064107 (2020)</a:t>
            </a:r>
            <a:endParaRPr lang="en-US" altLang="zh-CN" sz="1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9371307-64E2-734E-6071-0649CC51410F}"/>
              </a:ext>
            </a:extLst>
          </p:cNvPr>
          <p:cNvSpPr txBox="1"/>
          <p:nvPr/>
        </p:nvSpPr>
        <p:spPr>
          <a:xfrm>
            <a:off x="1947545" y="1011465"/>
            <a:ext cx="50561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altLang="zh-CN" sz="2800" b="1" dirty="0" err="1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Pade</a:t>
            </a:r>
            <a:r>
              <a:rPr lang="en-US" altLang="zh-CN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以及 </a:t>
            </a:r>
            <a:r>
              <a:rPr lang="en-US" altLang="zh-CN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Fano </a:t>
            </a:r>
            <a:r>
              <a:rPr lang="zh-CN" altLang="en-US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谱分解方案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4D36C5EF-9AA1-194A-F4C1-9DC16207FA56}"/>
              </a:ext>
            </a:extLst>
          </p:cNvPr>
          <p:cNvGrpSpPr/>
          <p:nvPr/>
        </p:nvGrpSpPr>
        <p:grpSpPr>
          <a:xfrm>
            <a:off x="115493" y="2447197"/>
            <a:ext cx="11887372" cy="2522625"/>
            <a:chOff x="115493" y="1907922"/>
            <a:chExt cx="11887372" cy="2522625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7F782E8-4EC3-D19C-1000-67D747F31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493" y="2029881"/>
              <a:ext cx="4186853" cy="2400666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2B8B44DE-FB7E-7754-3649-469C34AD96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7635" t="232" r="-7635" b="-232"/>
            <a:stretch/>
          </p:blipFill>
          <p:spPr>
            <a:xfrm>
              <a:off x="4438820" y="2029881"/>
              <a:ext cx="4099229" cy="2358668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FD8E233A-615D-2C9D-1B7B-2CC88D55D8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8801"/>
            <a:stretch/>
          </p:blipFill>
          <p:spPr>
            <a:xfrm>
              <a:off x="8382087" y="2101895"/>
              <a:ext cx="3620778" cy="225663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D0B135F1-7CD4-4DEE-A5A5-99D7F191C512}"/>
                    </a:ext>
                  </a:extLst>
                </p:cNvPr>
                <p:cNvSpPr txBox="1"/>
                <p:nvPr/>
              </p:nvSpPr>
              <p:spPr>
                <a:xfrm>
                  <a:off x="3074594" y="2190596"/>
                  <a:ext cx="965329" cy="56534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=0.2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D0B135F1-7CD4-4DEE-A5A5-99D7F191C5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4594" y="2190596"/>
                  <a:ext cx="965329" cy="56534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C5AC95E-3D4F-8711-C4C1-4AD9159DF9FE}"/>
                    </a:ext>
                  </a:extLst>
                </p:cNvPr>
                <p:cNvSpPr txBox="1"/>
                <p:nvPr/>
              </p:nvSpPr>
              <p:spPr>
                <a:xfrm>
                  <a:off x="6966916" y="2190596"/>
                  <a:ext cx="1093569" cy="56534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=0.02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C5AC95E-3D4F-8711-C4C1-4AD9159DF9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6916" y="2190596"/>
                  <a:ext cx="1093569" cy="56534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DDFB6FFD-AB9C-FF0D-9C71-1B0EFA2CFC3C}"/>
                    </a:ext>
                  </a:extLst>
                </p:cNvPr>
                <p:cNvSpPr txBox="1"/>
                <p:nvPr/>
              </p:nvSpPr>
              <p:spPr>
                <a:xfrm>
                  <a:off x="10588581" y="1907922"/>
                  <a:ext cx="1221809" cy="56534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=0.002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DDFB6FFD-AB9C-FF0D-9C71-1B0EFA2CFC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8581" y="1907922"/>
                  <a:ext cx="1221809" cy="56534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434928FD-F9F7-F753-665E-CFC8DA3B5FD9}"/>
              </a:ext>
            </a:extLst>
          </p:cNvPr>
          <p:cNvSpPr txBox="1"/>
          <p:nvPr/>
        </p:nvSpPr>
        <p:spPr>
          <a:xfrm>
            <a:off x="1478634" y="1879131"/>
            <a:ext cx="91893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 err="1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Padé</a:t>
            </a:r>
            <a:r>
              <a:rPr lang="en-US" altLang="zh-CN" sz="24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谱分解方案采用不同数目的指数函数在不同环境温度下的表现</a:t>
            </a:r>
            <a:endParaRPr lang="zh-CN" altLang="en-US" sz="2400" b="1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559FAE8-679B-E7F6-C844-8A9410553573}"/>
              </a:ext>
            </a:extLst>
          </p:cNvPr>
          <p:cNvSpPr txBox="1"/>
          <p:nvPr/>
        </p:nvSpPr>
        <p:spPr>
          <a:xfrm>
            <a:off x="2519752" y="5426263"/>
            <a:ext cx="7245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Padé </a:t>
            </a:r>
            <a:r>
              <a:rPr lang="zh-CN" altLang="en-US" sz="24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谱分解方案在低温区间需要大量指数函数展开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563637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C333C-AE5F-42B0-BE66-D9D054610EF1}" type="slidenum">
              <a:rPr lang="en-US" altLang="zh-CN" smtClean="0"/>
              <a:pPr/>
              <a:t>7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5ED15A0-B371-8F0B-BCD4-3902FBC17549}"/>
              </a:ext>
            </a:extLst>
          </p:cNvPr>
          <p:cNvSpPr txBox="1"/>
          <p:nvPr/>
        </p:nvSpPr>
        <p:spPr>
          <a:xfrm>
            <a:off x="2426494" y="365126"/>
            <a:ext cx="73390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费米型级联运动方程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44BFCC-0296-CC0B-F0E1-E89E020B7D9C}"/>
              </a:ext>
            </a:extLst>
          </p:cNvPr>
          <p:cNvSpPr txBox="1"/>
          <p:nvPr/>
        </p:nvSpPr>
        <p:spPr>
          <a:xfrm>
            <a:off x="1947545" y="1093238"/>
            <a:ext cx="50561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altLang="zh-CN" sz="2800" b="1" dirty="0" err="1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Pade</a:t>
            </a:r>
            <a:r>
              <a:rPr lang="en-US" altLang="zh-CN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以及 </a:t>
            </a:r>
            <a:r>
              <a:rPr lang="en-US" altLang="zh-CN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Fano </a:t>
            </a:r>
            <a:r>
              <a:rPr lang="zh-CN" altLang="en-US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谱分解方案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12C245F4-85E7-9A83-75D1-CDF20DAEB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003" y="6334780"/>
            <a:ext cx="789499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L. Cui, X. Zheng and Y.J. Yan.. </a:t>
            </a:r>
            <a:r>
              <a:rPr lang="de-DE" altLang="zh-CN" sz="1400" b="1" i="1" dirty="0">
                <a:latin typeface="等线" panose="02010600030101010101" pitchFamily="2" charset="-122"/>
                <a:ea typeface="等线" panose="02010600030101010101" pitchFamily="2" charset="-122"/>
              </a:rPr>
              <a:t>J. Chem. Phys. </a:t>
            </a:r>
            <a:r>
              <a:rPr lang="de-DE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151, 024110 (2019)</a:t>
            </a:r>
          </a:p>
          <a:p>
            <a:pPr algn="r"/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H.-D. Zhang, L. Cui, X. Zheng and Y.J. Yan.. </a:t>
            </a:r>
            <a:r>
              <a:rPr lang="de-DE" altLang="zh-CN" sz="1400" b="1" i="1" dirty="0">
                <a:latin typeface="等线" panose="02010600030101010101" pitchFamily="2" charset="-122"/>
                <a:ea typeface="等线" panose="02010600030101010101" pitchFamily="2" charset="-122"/>
              </a:rPr>
              <a:t>J. Chem. Phys. </a:t>
            </a:r>
            <a:r>
              <a:rPr lang="de-DE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152, 064107 (2020)</a:t>
            </a:r>
            <a:endParaRPr lang="en-US" altLang="zh-CN" sz="1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46D684F-BE1A-10DB-FCAB-C6161E919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644" y="1816197"/>
            <a:ext cx="5936352" cy="2498547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546C92FA-43A7-2B74-008D-3F3BE41B364B}"/>
              </a:ext>
            </a:extLst>
          </p:cNvPr>
          <p:cNvSpPr txBox="1"/>
          <p:nvPr/>
        </p:nvSpPr>
        <p:spPr>
          <a:xfrm>
            <a:off x="1421704" y="4350548"/>
            <a:ext cx="95790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引入 </a:t>
            </a:r>
            <a:r>
              <a:rPr lang="en-US" altLang="zh-CN" sz="24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Fano </a:t>
            </a:r>
            <a:r>
              <a:rPr lang="zh-CN" altLang="en-US" sz="24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函数修正低温间的分解误差，得到 </a:t>
            </a:r>
            <a:r>
              <a:rPr lang="en-US" altLang="zh-CN" sz="24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Fano </a:t>
            </a:r>
            <a:r>
              <a:rPr lang="zh-CN" altLang="en-US" sz="24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谱分解形式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3EB69D1-6477-7678-842C-B0DDCC09B089}"/>
                  </a:ext>
                </a:extLst>
              </p:cNvPr>
              <p:cNvSpPr txBox="1"/>
              <p:nvPr/>
            </p:nvSpPr>
            <p:spPr>
              <a:xfrm>
                <a:off x="2280933" y="5017105"/>
                <a:ext cx="4611194" cy="11113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2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   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𝐶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𝛼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𝜈</m:t>
                          </m:r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𝜈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𝜎</m:t>
                          </m:r>
                        </m:sup>
                      </m:sSubSup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𝑡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𝑝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200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pade</m:t>
                              </m:r>
                            </m:sub>
                          </m:s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200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fano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sSup>
                                <m:sSup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𝜈</m:t>
                                  </m:r>
                                </m:e>
                                <m:sup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200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3EB69D1-6477-7678-842C-B0DDCC09B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0933" y="5017105"/>
                <a:ext cx="4611194" cy="11113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4E2B902E-BC66-C818-A958-F1F5E1559C44}"/>
              </a:ext>
            </a:extLst>
          </p:cNvPr>
          <p:cNvSpPr txBox="1"/>
          <p:nvPr/>
        </p:nvSpPr>
        <p:spPr>
          <a:xfrm>
            <a:off x="8923750" y="2606356"/>
            <a:ext cx="2943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误差线型类似 </a:t>
            </a:r>
            <a:r>
              <a:rPr lang="en-US" altLang="zh-CN" sz="2000" b="1" dirty="0"/>
              <a:t>Fano </a:t>
            </a:r>
            <a:r>
              <a:rPr lang="zh-CN" altLang="en-US" sz="2000" b="1" dirty="0"/>
              <a:t>函数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450A5B6-D942-8989-3D0D-5928C99A95C1}"/>
              </a:ext>
            </a:extLst>
          </p:cNvPr>
          <p:cNvSpPr txBox="1"/>
          <p:nvPr/>
        </p:nvSpPr>
        <p:spPr>
          <a:xfrm>
            <a:off x="470085" y="2452468"/>
            <a:ext cx="23695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/>
              <a:t>在低温区间</a:t>
            </a:r>
            <a:endParaRPr lang="en-US" altLang="zh-CN" sz="2000" b="1" dirty="0"/>
          </a:p>
          <a:p>
            <a:pPr algn="ctr"/>
            <a:r>
              <a:rPr lang="en-US" altLang="zh-CN" sz="2000" b="1" dirty="0" err="1"/>
              <a:t>Padé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分解费米函数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2D3FEFC-8C88-9AA7-EBBD-DAACF4FCD36F}"/>
                  </a:ext>
                </a:extLst>
              </p:cNvPr>
              <p:cNvSpPr txBox="1"/>
              <p:nvPr/>
            </p:nvSpPr>
            <p:spPr>
              <a:xfrm>
                <a:off x="6084556" y="5033537"/>
                <a:ext cx="4052923" cy="11113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𝑝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200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pade</m:t>
                              </m:r>
                            </m:sub>
                          </m:s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200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fano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sSup>
                                <m:sSup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𝜈</m:t>
                                  </m:r>
                                </m:e>
                                <m:sup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𝑡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𝑝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𝑗</m:t>
                                  </m:r>
                                  <m:sSup>
                                    <m:sSupPr>
                                      <m:ctrlP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𝜈</m:t>
                                      </m:r>
                                    </m:e>
                                    <m:sup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2D3FEFC-8C88-9AA7-EBBD-DAACF4FCD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556" y="5033537"/>
                <a:ext cx="4052923" cy="11113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1075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C333C-AE5F-42B0-BE66-D9D054610EF1}" type="slidenum">
              <a:rPr lang="en-US" altLang="zh-CN" smtClean="0"/>
              <a:pPr/>
              <a:t>8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5ED15A0-B371-8F0B-BCD4-3902FBC17549}"/>
              </a:ext>
            </a:extLst>
          </p:cNvPr>
          <p:cNvSpPr txBox="1"/>
          <p:nvPr/>
        </p:nvSpPr>
        <p:spPr>
          <a:xfrm>
            <a:off x="2426494" y="365126"/>
            <a:ext cx="73390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费米型级联运动方程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44BFCC-0296-CC0B-F0E1-E89E020B7D9C}"/>
              </a:ext>
            </a:extLst>
          </p:cNvPr>
          <p:cNvSpPr txBox="1"/>
          <p:nvPr/>
        </p:nvSpPr>
        <p:spPr>
          <a:xfrm>
            <a:off x="1947545" y="1093238"/>
            <a:ext cx="50561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altLang="zh-CN" sz="2800" b="1" dirty="0" err="1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Pade</a:t>
            </a:r>
            <a:r>
              <a:rPr lang="en-US" altLang="zh-CN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以及 </a:t>
            </a:r>
            <a:r>
              <a:rPr lang="en-US" altLang="zh-CN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Fano </a:t>
            </a:r>
            <a:r>
              <a:rPr lang="zh-CN" altLang="en-US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谱分解方案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12C245F4-85E7-9A83-75D1-CDF20DAEB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003" y="6334780"/>
            <a:ext cx="789499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L. Cui, X. Zheng and Y.J. Yan.. </a:t>
            </a:r>
            <a:r>
              <a:rPr lang="de-DE" altLang="zh-CN" sz="1400" b="1" i="1" dirty="0">
                <a:latin typeface="等线" panose="02010600030101010101" pitchFamily="2" charset="-122"/>
                <a:ea typeface="等线" panose="02010600030101010101" pitchFamily="2" charset="-122"/>
              </a:rPr>
              <a:t>J. Chem. Phys. </a:t>
            </a:r>
            <a:r>
              <a:rPr lang="de-DE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151, 024110 (2019)</a:t>
            </a:r>
          </a:p>
          <a:p>
            <a:pPr algn="r"/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H.-D. Zhang, L. Cui, X. Zheng and Y.J. Yan.. </a:t>
            </a:r>
            <a:r>
              <a:rPr lang="de-DE" altLang="zh-CN" sz="1400" b="1" i="1" dirty="0">
                <a:latin typeface="等线" panose="02010600030101010101" pitchFamily="2" charset="-122"/>
                <a:ea typeface="等线" panose="02010600030101010101" pitchFamily="2" charset="-122"/>
              </a:rPr>
              <a:t>J. Chem. Phys. </a:t>
            </a:r>
            <a:r>
              <a:rPr lang="de-DE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152, 064107 (2020)</a:t>
            </a:r>
            <a:endParaRPr lang="en-US" altLang="zh-CN" sz="1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46C92FA-43A7-2B74-008D-3F3BE41B364B}"/>
              </a:ext>
            </a:extLst>
          </p:cNvPr>
          <p:cNvSpPr txBox="1"/>
          <p:nvPr/>
        </p:nvSpPr>
        <p:spPr>
          <a:xfrm>
            <a:off x="1421704" y="1818154"/>
            <a:ext cx="95790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引入 </a:t>
            </a:r>
            <a:r>
              <a:rPr lang="en-US" altLang="zh-CN" sz="24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Fano </a:t>
            </a:r>
            <a:r>
              <a:rPr lang="zh-CN" altLang="en-US" sz="24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函数修正低温间的分解误差，得到 </a:t>
            </a:r>
            <a:r>
              <a:rPr lang="en-US" altLang="zh-CN" sz="24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Fano </a:t>
            </a:r>
            <a:r>
              <a:rPr lang="zh-CN" altLang="en-US" sz="24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谱分解形式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3EB69D1-6477-7678-842C-B0DDCC09B089}"/>
                  </a:ext>
                </a:extLst>
              </p:cNvPr>
              <p:cNvSpPr txBox="1"/>
              <p:nvPr/>
            </p:nvSpPr>
            <p:spPr>
              <a:xfrm>
                <a:off x="2280933" y="2484711"/>
                <a:ext cx="4611194" cy="11113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2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   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𝐶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𝛼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𝜈</m:t>
                          </m:r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𝜈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𝜎</m:t>
                          </m:r>
                        </m:sup>
                      </m:sSubSup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𝑡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𝑝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200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pade</m:t>
                              </m:r>
                            </m:sub>
                          </m:s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200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fano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sSup>
                                <m:sSup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𝜈</m:t>
                                  </m:r>
                                </m:e>
                                <m:sup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200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3EB69D1-6477-7678-842C-B0DDCC09B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0933" y="2484711"/>
                <a:ext cx="4611194" cy="11113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2D3FEFC-8C88-9AA7-EBBD-DAACF4FCD36F}"/>
                  </a:ext>
                </a:extLst>
              </p:cNvPr>
              <p:cNvSpPr txBox="1"/>
              <p:nvPr/>
            </p:nvSpPr>
            <p:spPr>
              <a:xfrm>
                <a:off x="6084556" y="2501143"/>
                <a:ext cx="4052923" cy="11113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𝑝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200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pade</m:t>
                              </m:r>
                            </m:sub>
                          </m:s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200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fano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sSup>
                                <m:sSup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𝜈</m:t>
                                  </m:r>
                                </m:e>
                                <m:sup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𝑡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𝑝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𝑗</m:t>
                                  </m:r>
                                  <m:sSup>
                                    <m:sSupPr>
                                      <m:ctrlP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𝜈</m:t>
                                      </m:r>
                                    </m:e>
                                    <m:sup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2D3FEFC-8C88-9AA7-EBBD-DAACF4FCD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556" y="2501143"/>
                <a:ext cx="4052923" cy="11113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AAE58E1D-D141-66EC-764A-A80E269CFF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0769" y="3743517"/>
            <a:ext cx="6236525" cy="257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477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AB7CF27-3E8D-579D-F122-6BE8886AB340}"/>
              </a:ext>
            </a:extLst>
          </p:cNvPr>
          <p:cNvSpPr txBox="1"/>
          <p:nvPr/>
        </p:nvSpPr>
        <p:spPr>
          <a:xfrm>
            <a:off x="2426494" y="365126"/>
            <a:ext cx="73390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适用于低温环境的谱分解方案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223AF47-D541-4574-F603-02E7901392C7}"/>
              </a:ext>
            </a:extLst>
          </p:cNvPr>
          <p:cNvSpPr txBox="1"/>
          <p:nvPr/>
        </p:nvSpPr>
        <p:spPr>
          <a:xfrm>
            <a:off x="2024962" y="1093238"/>
            <a:ext cx="3491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Prony </a:t>
            </a:r>
            <a:r>
              <a:rPr lang="zh-CN" altLang="en-US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谱分解方案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8FC417A-D731-6B69-E8A7-BD15A6912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010" y="2426836"/>
            <a:ext cx="5759053" cy="157117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3482EC3-576A-35A8-51FE-24E47589ABE8}"/>
              </a:ext>
            </a:extLst>
          </p:cNvPr>
          <p:cNvSpPr txBox="1"/>
          <p:nvPr/>
        </p:nvSpPr>
        <p:spPr>
          <a:xfrm>
            <a:off x="1948944" y="1816947"/>
            <a:ext cx="77780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2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与极点求和方案不同，</a:t>
            </a:r>
            <a:r>
              <a:rPr lang="en-US" altLang="zh-CN" sz="22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Prony </a:t>
            </a:r>
            <a:r>
              <a:rPr lang="zh-CN" altLang="en-US" sz="22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谱分解是基于时域关联函数实现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57E0649-AEF4-C3E7-4881-14F7EC13D926}"/>
                  </a:ext>
                </a:extLst>
              </p:cNvPr>
              <p:cNvSpPr txBox="1"/>
              <p:nvPr/>
            </p:nvSpPr>
            <p:spPr>
              <a:xfrm>
                <a:off x="3948138" y="4877728"/>
                <a:ext cx="4295727" cy="6898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Re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𝛼𝜈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𝛼𝜈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𝛼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𝛼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zh-CN" altLang="en-US" sz="2400" dirty="0" err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57E0649-AEF4-C3E7-4881-14F7EC13D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138" y="4877728"/>
                <a:ext cx="4295727" cy="689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7DE69961-4DC5-1C71-6F52-E4C193C42E30}"/>
              </a:ext>
            </a:extLst>
          </p:cNvPr>
          <p:cNvSpPr txBox="1"/>
          <p:nvPr/>
        </p:nvSpPr>
        <p:spPr>
          <a:xfrm>
            <a:off x="2024962" y="5879919"/>
            <a:ext cx="55451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2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只需要对关联函数虚部拟合，参见下方文献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6E47D131-926D-E026-7A59-F2B41642E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003" y="6537301"/>
            <a:ext cx="789499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Z.-H. Chen, X. Zheng and Y.J. Yan. </a:t>
            </a:r>
            <a:r>
              <a:rPr lang="de-DE" altLang="zh-CN" sz="1400" b="1" i="1" dirty="0">
                <a:latin typeface="等线" panose="02010600030101010101" pitchFamily="2" charset="-122"/>
                <a:ea typeface="等线" panose="02010600030101010101" pitchFamily="2" charset="-122"/>
              </a:rPr>
              <a:t>J. Chem. Phys. </a:t>
            </a:r>
            <a:r>
              <a:rPr lang="de-DE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156, 221102 (2022)</a:t>
            </a:r>
            <a:endParaRPr lang="en-US" altLang="zh-CN" sz="1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A331000-3675-7F27-8F7E-172297D22BD2}"/>
              </a:ext>
            </a:extLst>
          </p:cNvPr>
          <p:cNvSpPr txBox="1"/>
          <p:nvPr/>
        </p:nvSpPr>
        <p:spPr>
          <a:xfrm>
            <a:off x="2024963" y="4134456"/>
            <a:ext cx="610936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2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对于具有洛伦兹型谱密度的环境，关联函数实部</a:t>
            </a:r>
          </a:p>
        </p:txBody>
      </p:sp>
    </p:spTree>
    <p:extLst>
      <p:ext uri="{BB962C8B-B14F-4D97-AF65-F5344CB8AC3E}">
        <p14:creationId xmlns:p14="http://schemas.microsoft.com/office/powerpoint/2010/main" val="2801873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AB7CF27-3E8D-579D-F122-6BE8886AB340}"/>
              </a:ext>
            </a:extLst>
          </p:cNvPr>
          <p:cNvSpPr txBox="1"/>
          <p:nvPr/>
        </p:nvSpPr>
        <p:spPr>
          <a:xfrm>
            <a:off x="2426494" y="365126"/>
            <a:ext cx="73390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适用于低温环境的谱分解方案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223AF47-D541-4574-F603-02E7901392C7}"/>
              </a:ext>
            </a:extLst>
          </p:cNvPr>
          <p:cNvSpPr txBox="1"/>
          <p:nvPr/>
        </p:nvSpPr>
        <p:spPr>
          <a:xfrm>
            <a:off x="2024962" y="1093238"/>
            <a:ext cx="3491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Prony </a:t>
            </a:r>
            <a:r>
              <a:rPr lang="zh-CN" altLang="en-US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谱分解方案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6E47D131-926D-E026-7A59-F2B41642E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003" y="6537301"/>
            <a:ext cx="789499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Z.-H. Chen, X. Zheng and Y.J. Yan. </a:t>
            </a:r>
            <a:r>
              <a:rPr lang="de-DE" altLang="zh-CN" sz="1400" b="1" i="1" dirty="0">
                <a:latin typeface="等线" panose="02010600030101010101" pitchFamily="2" charset="-122"/>
                <a:ea typeface="等线" panose="02010600030101010101" pitchFamily="2" charset="-122"/>
              </a:rPr>
              <a:t>J. Chem. Phys. </a:t>
            </a:r>
            <a:r>
              <a:rPr lang="de-DE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156, 221102 (2022)</a:t>
            </a:r>
            <a:endParaRPr lang="en-US" altLang="zh-CN" sz="1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5DB8323-AD2F-9AA8-8FA3-10F57DD7A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50" y="1759795"/>
            <a:ext cx="7207620" cy="436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611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AB7CF27-3E8D-579D-F122-6BE8886AB340}"/>
              </a:ext>
            </a:extLst>
          </p:cNvPr>
          <p:cNvSpPr txBox="1"/>
          <p:nvPr/>
        </p:nvSpPr>
        <p:spPr>
          <a:xfrm>
            <a:off x="2426494" y="365126"/>
            <a:ext cx="73390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适用于低温环境的谱分解方案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223AF47-D541-4574-F603-02E7901392C7}"/>
              </a:ext>
            </a:extLst>
          </p:cNvPr>
          <p:cNvSpPr txBox="1"/>
          <p:nvPr/>
        </p:nvSpPr>
        <p:spPr>
          <a:xfrm>
            <a:off x="2024962" y="1093238"/>
            <a:ext cx="3491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Prony </a:t>
            </a:r>
            <a:r>
              <a:rPr lang="zh-CN" altLang="en-US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谱分解方案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ADDA0F4-BBA7-BEA6-5571-3FC830108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642" y="1801219"/>
            <a:ext cx="7118716" cy="84459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B8635EB-12C8-526F-1738-A9F9E4C49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489" y="2752133"/>
            <a:ext cx="7233022" cy="20892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D4ABA73-E612-2C56-2460-84F42F9D6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970" y="4841390"/>
            <a:ext cx="6998060" cy="1854295"/>
          </a:xfrm>
          <a:prstGeom prst="rect">
            <a:avLst/>
          </a:prstGeom>
        </p:spPr>
      </p:pic>
      <p:sp>
        <p:nvSpPr>
          <p:cNvPr id="7" name="Text Box 6">
            <a:extLst>
              <a:ext uri="{FF2B5EF4-FFF2-40B4-BE49-F238E27FC236}">
                <a16:creationId xmlns:a16="http://schemas.microsoft.com/office/drawing/2014/main" id="{6E47D131-926D-E026-7A59-F2B41642E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7003" y="6537301"/>
            <a:ext cx="789499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Z.-H. Chen, X. Zheng and Y.J. Yan. </a:t>
            </a:r>
            <a:r>
              <a:rPr lang="de-DE" altLang="zh-CN" sz="1400" b="1" i="1" dirty="0">
                <a:latin typeface="等线" panose="02010600030101010101" pitchFamily="2" charset="-122"/>
                <a:ea typeface="等线" panose="02010600030101010101" pitchFamily="2" charset="-122"/>
              </a:rPr>
              <a:t>J. Chem. Phys. </a:t>
            </a:r>
            <a:r>
              <a:rPr lang="de-DE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156, 221102 (2022)</a:t>
            </a:r>
            <a:endParaRPr lang="en-US" altLang="zh-CN" sz="1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15101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AB7CF27-3E8D-579D-F122-6BE8886AB340}"/>
              </a:ext>
            </a:extLst>
          </p:cNvPr>
          <p:cNvSpPr txBox="1"/>
          <p:nvPr/>
        </p:nvSpPr>
        <p:spPr>
          <a:xfrm>
            <a:off x="2426494" y="365126"/>
            <a:ext cx="73390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适用于低温环境的谱分解方案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223AF47-D541-4574-F603-02E7901392C7}"/>
              </a:ext>
            </a:extLst>
          </p:cNvPr>
          <p:cNvSpPr txBox="1"/>
          <p:nvPr/>
        </p:nvSpPr>
        <p:spPr>
          <a:xfrm>
            <a:off x="2024962" y="1093238"/>
            <a:ext cx="3491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Prony </a:t>
            </a:r>
            <a:r>
              <a:rPr lang="zh-CN" altLang="en-US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谱分解方案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6E47D131-926D-E026-7A59-F2B41642E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7003" y="6537301"/>
            <a:ext cx="789499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Z.-H. Chen, X. Zheng and Y.J. Yan. </a:t>
            </a:r>
            <a:r>
              <a:rPr lang="de-DE" altLang="zh-CN" sz="1400" b="1" i="1" dirty="0">
                <a:latin typeface="等线" panose="02010600030101010101" pitchFamily="2" charset="-122"/>
                <a:ea typeface="等线" panose="02010600030101010101" pitchFamily="2" charset="-122"/>
              </a:rPr>
              <a:t>J. Chem. Phys. </a:t>
            </a:r>
            <a:r>
              <a:rPr lang="de-DE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156, 221102 (2022)</a:t>
            </a:r>
            <a:endParaRPr lang="en-US" altLang="zh-CN" sz="1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DDDFD0-B4E3-D04C-8544-A456ED47A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329" y="1900195"/>
            <a:ext cx="7601341" cy="205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725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AB7CF27-3E8D-579D-F122-6BE8886AB340}"/>
              </a:ext>
            </a:extLst>
          </p:cNvPr>
          <p:cNvSpPr txBox="1"/>
          <p:nvPr/>
        </p:nvSpPr>
        <p:spPr>
          <a:xfrm>
            <a:off x="2426494" y="365126"/>
            <a:ext cx="73390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适用于低温环境的谱分解方案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223AF47-D541-4574-F603-02E7901392C7}"/>
              </a:ext>
            </a:extLst>
          </p:cNvPr>
          <p:cNvSpPr txBox="1"/>
          <p:nvPr/>
        </p:nvSpPr>
        <p:spPr>
          <a:xfrm>
            <a:off x="2024962" y="1093238"/>
            <a:ext cx="3491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Prony </a:t>
            </a:r>
            <a:r>
              <a:rPr lang="zh-CN" altLang="en-US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谱分解方案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8FC417A-D731-6B69-E8A7-BD15A6912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010" y="2426836"/>
            <a:ext cx="5759053" cy="157117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3482EC3-576A-35A8-51FE-24E47589ABE8}"/>
              </a:ext>
            </a:extLst>
          </p:cNvPr>
          <p:cNvSpPr txBox="1"/>
          <p:nvPr/>
        </p:nvSpPr>
        <p:spPr>
          <a:xfrm>
            <a:off x="1948944" y="1816947"/>
            <a:ext cx="77780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2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与极点求和方案不同，</a:t>
            </a:r>
            <a:r>
              <a:rPr lang="en-US" altLang="zh-CN" sz="22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Prony </a:t>
            </a:r>
            <a:r>
              <a:rPr lang="zh-CN" altLang="en-US" sz="22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谱分解是基于时域关联函数实现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6E47D131-926D-E026-7A59-F2B41642E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003" y="6537301"/>
            <a:ext cx="789499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Z.-H. Chen, X. Zheng and Y.J. Yan. </a:t>
            </a:r>
            <a:r>
              <a:rPr lang="de-DE" altLang="zh-CN" sz="1400" b="1" i="1" dirty="0">
                <a:latin typeface="等线" panose="02010600030101010101" pitchFamily="2" charset="-122"/>
                <a:ea typeface="等线" panose="02010600030101010101" pitchFamily="2" charset="-122"/>
              </a:rPr>
              <a:t>J. Chem. Phys. </a:t>
            </a:r>
            <a:r>
              <a:rPr lang="de-DE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156, 221102 (2022)</a:t>
            </a:r>
            <a:endParaRPr lang="en-US" altLang="zh-CN" sz="1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5CBE4E27-9720-F57F-8E36-F5D12974D5C3}"/>
                  </a:ext>
                </a:extLst>
              </p:cNvPr>
              <p:cNvSpPr txBox="1"/>
              <p:nvPr/>
            </p:nvSpPr>
            <p:spPr>
              <a:xfrm>
                <a:off x="3790564" y="4865364"/>
                <a:ext cx="4423944" cy="4573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   </m:t>
                          </m:r>
                          <m:r>
                            <a:rPr lang="en-US" altLang="zh-CN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𝛼</m:t>
                          </m:r>
                          <m:r>
                            <a:rPr lang="en-US" altLang="zh-CN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  <m:r>
                            <a:rPr lang="en-US" altLang="zh-CN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𝜈</m:t>
                          </m:r>
                          <m:sSup>
                            <m:sSupPr>
                              <m:ctrlPr>
                                <a:rPr lang="en-US" altLang="zh-CN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𝜈</m:t>
                              </m:r>
                            </m:e>
                            <m:sup>
                              <m:r>
                                <a:rPr lang="en-US" altLang="zh-CN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CN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𝜎</m:t>
                          </m:r>
                        </m:sup>
                      </m:sSubSup>
                      <m:d>
                        <m:dPr>
                          <m:ctrlPr>
                            <a:rPr lang="en-US" altLang="zh-CN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𝜔</m:t>
                          </m:r>
                        </m:e>
                      </m:d>
                      <m:r>
                        <a:rPr lang="en-US" altLang="zh-CN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𝛼</m:t>
                          </m:r>
                          <m:r>
                            <a:rPr lang="en-US" altLang="zh-CN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</m:sub>
                        <m:sup>
                          <m:r>
                            <a:rPr lang="en-US" altLang="zh-CN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𝜎</m:t>
                          </m:r>
                        </m:sup>
                      </m:sSubSup>
                      <m:d>
                        <m:dPr>
                          <m:ctrlPr>
                            <a:rPr lang="en-US" altLang="zh-CN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𝜔</m:t>
                          </m:r>
                        </m:e>
                      </m:d>
                      <m:sSubSup>
                        <m:sSubSupPr>
                          <m:ctrlPr>
                            <a:rPr lang="en-US" altLang="zh-CN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𝐽</m:t>
                          </m:r>
                        </m:e>
                        <m:sub>
                          <m:r>
                            <a:rPr lang="en-US" altLang="zh-CN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𝛼</m:t>
                          </m:r>
                          <m:r>
                            <a:rPr lang="en-US" altLang="zh-CN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  <m:r>
                            <a:rPr lang="en-US" altLang="zh-CN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𝜈</m:t>
                          </m:r>
                          <m:sSup>
                            <m:sSupPr>
                              <m:ctrlPr>
                                <a:rPr lang="en-US" altLang="zh-CN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𝜈</m:t>
                              </m:r>
                            </m:e>
                            <m:sup>
                              <m:r>
                                <a:rPr lang="en-US" altLang="zh-CN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CN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𝜎</m:t>
                          </m:r>
                        </m:sup>
                      </m:sSubSup>
                      <m:d>
                        <m:dPr>
                          <m:ctrlPr>
                            <a:rPr lang="en-US" altLang="zh-CN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zh-CN" alt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5CBE4E27-9720-F57F-8E36-F5D12974D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0564" y="4865364"/>
                <a:ext cx="4423944" cy="457305"/>
              </a:xfrm>
              <a:prstGeom prst="rect">
                <a:avLst/>
              </a:prstGeom>
              <a:blipFill>
                <a:blip r:embed="rId3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>
            <a:extLst>
              <a:ext uri="{FF2B5EF4-FFF2-40B4-BE49-F238E27FC236}">
                <a16:creationId xmlns:a16="http://schemas.microsoft.com/office/drawing/2014/main" id="{EFE78AED-3A81-E004-ED78-0D4A97AABE13}"/>
              </a:ext>
            </a:extLst>
          </p:cNvPr>
          <p:cNvSpPr txBox="1"/>
          <p:nvPr/>
        </p:nvSpPr>
        <p:spPr>
          <a:xfrm>
            <a:off x="8931562" y="3694544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三种谱分解的工作温度区间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F722F9E-1B21-2DA1-22DA-8DDCE93852C7}"/>
              </a:ext>
            </a:extLst>
          </p:cNvPr>
          <p:cNvSpPr txBox="1"/>
          <p:nvPr/>
        </p:nvSpPr>
        <p:spPr>
          <a:xfrm>
            <a:off x="8931562" y="4207901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/>
              <a:t>Padé</a:t>
            </a:r>
            <a:endParaRPr lang="zh-CN" altLang="en-US" b="1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3040607-980C-A27C-C672-4944A6138EAD}"/>
              </a:ext>
            </a:extLst>
          </p:cNvPr>
          <p:cNvSpPr txBox="1"/>
          <p:nvPr/>
        </p:nvSpPr>
        <p:spPr>
          <a:xfrm>
            <a:off x="8931562" y="4674578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Fano</a:t>
            </a:r>
            <a:endParaRPr lang="zh-CN" altLang="en-US" b="1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F1B4E4E-5408-CAED-5D2E-3B82A5EA8521}"/>
              </a:ext>
            </a:extLst>
          </p:cNvPr>
          <p:cNvSpPr txBox="1"/>
          <p:nvPr/>
        </p:nvSpPr>
        <p:spPr>
          <a:xfrm>
            <a:off x="8941180" y="5139262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Prony</a:t>
            </a:r>
            <a:endParaRPr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7A81079-5034-DEE2-5DE6-C025BCE4E576}"/>
                  </a:ext>
                </a:extLst>
              </p:cNvPr>
              <p:cNvSpPr txBox="1"/>
              <p:nvPr/>
            </p:nvSpPr>
            <p:spPr>
              <a:xfrm>
                <a:off x="10015642" y="4207901"/>
                <a:ext cx="1304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~0.01 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eV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7A81079-5034-DEE2-5DE6-C025BCE4E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5642" y="4207901"/>
                <a:ext cx="13047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7DFB81FA-819A-EFA2-00C0-2A491CB30CBF}"/>
                  </a:ext>
                </a:extLst>
              </p:cNvPr>
              <p:cNvSpPr txBox="1"/>
              <p:nvPr/>
            </p:nvSpPr>
            <p:spPr>
              <a:xfrm>
                <a:off x="10015642" y="4674568"/>
                <a:ext cx="14192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~0.001 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eV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7DFB81FA-819A-EFA2-00C0-2A491CB30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5642" y="4674568"/>
                <a:ext cx="141923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08E6883-D29D-2E0B-68CC-CE06E7A42FBD}"/>
                  </a:ext>
                </a:extLst>
              </p:cNvPr>
              <p:cNvSpPr txBox="1"/>
              <p:nvPr/>
            </p:nvSpPr>
            <p:spPr>
              <a:xfrm>
                <a:off x="10015642" y="5141236"/>
                <a:ext cx="15474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~0.0001 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eV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08E6883-D29D-2E0B-68CC-CE06E7A42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5642" y="5141236"/>
                <a:ext cx="154747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41EFAB10-3CDF-CDB0-D3E3-ACAABD33A3B0}"/>
                  </a:ext>
                </a:extLst>
              </p:cNvPr>
              <p:cNvSpPr txBox="1"/>
              <p:nvPr/>
            </p:nvSpPr>
            <p:spPr>
              <a:xfrm>
                <a:off x="2024963" y="4134456"/>
                <a:ext cx="4839466" cy="4573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2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对于具有任意谱密度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2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𝐽</m:t>
                        </m:r>
                      </m:e>
                      <m:sub>
                        <m:r>
                          <a:rPr lang="en-US" altLang="zh-CN" sz="2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𝛼</m:t>
                        </m:r>
                        <m:r>
                          <a:rPr lang="en-US" altLang="zh-CN" sz="2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  <m:r>
                          <a:rPr lang="en-US" altLang="zh-CN" sz="2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𝜈</m:t>
                        </m:r>
                        <m:sSup>
                          <m:sSupPr>
                            <m:ctrlPr>
                              <a:rPr lang="en-US" altLang="zh-CN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22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𝜈</m:t>
                            </m:r>
                          </m:e>
                          <m:sup>
                            <m:r>
                              <a:rPr lang="en-US" altLang="zh-CN" sz="22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zh-CN" sz="2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𝜎</m:t>
                        </m:r>
                      </m:sup>
                    </m:sSubSup>
                    <m:d>
                      <m:dPr>
                        <m:ctrlPr>
                          <a:rPr lang="en-US" altLang="zh-C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𝜔</m:t>
                        </m:r>
                      </m:e>
                    </m:d>
                  </m:oMath>
                </a14:m>
                <a:r>
                  <a:rPr lang="zh-CN" altLang="en-US" sz="22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的环境</a:t>
                </a: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41EFAB10-3CDF-CDB0-D3E3-ACAABD33A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963" y="4134456"/>
                <a:ext cx="4839466" cy="457305"/>
              </a:xfrm>
              <a:prstGeom prst="rect">
                <a:avLst/>
              </a:prstGeom>
              <a:blipFill>
                <a:blip r:embed="rId7"/>
                <a:stretch>
                  <a:fillRect l="-1637" t="-6667" r="-756" b="-2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E950C192-436F-BCF9-3CFF-B09F7659B171}"/>
                  </a:ext>
                </a:extLst>
              </p:cNvPr>
              <p:cNvSpPr txBox="1"/>
              <p:nvPr/>
            </p:nvSpPr>
            <p:spPr>
              <a:xfrm>
                <a:off x="2024962" y="5638660"/>
                <a:ext cx="7398500" cy="4573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2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做逆傅里叶变换即可得到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2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𝛼</m:t>
                        </m:r>
                        <m:r>
                          <a:rPr lang="en-US" altLang="zh-CN" sz="2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  <m:r>
                          <a:rPr lang="en-US" altLang="zh-CN" sz="2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𝜈</m:t>
                        </m:r>
                        <m:sSup>
                          <m:sSupPr>
                            <m:ctrlPr>
                              <a:rPr lang="en-US" altLang="zh-CN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22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𝜈</m:t>
                            </m:r>
                          </m:e>
                          <m:sup>
                            <m:r>
                              <a:rPr lang="en-US" altLang="zh-CN" sz="22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zh-CN" sz="2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𝜎</m:t>
                        </m:r>
                      </m:sup>
                    </m:sSubSup>
                    <m:d>
                      <m:dPr>
                        <m:ctrlPr>
                          <a:rPr lang="en-US" altLang="zh-C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22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en-US" altLang="zh-CN" sz="22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, </a:t>
                </a:r>
                <a:r>
                  <a:rPr lang="zh-CN" altLang="en-US" sz="22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然后进行 </a:t>
                </a:r>
                <a:r>
                  <a:rPr lang="en-US" altLang="zh-CN" sz="22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Prony </a:t>
                </a:r>
                <a:r>
                  <a:rPr lang="zh-CN" altLang="en-US" sz="22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拟合 </a:t>
                </a: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E950C192-436F-BCF9-3CFF-B09F7659B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962" y="5638660"/>
                <a:ext cx="7398500" cy="457305"/>
              </a:xfrm>
              <a:prstGeom prst="rect">
                <a:avLst/>
              </a:prstGeom>
              <a:blipFill>
                <a:blip r:embed="rId8"/>
                <a:stretch>
                  <a:fillRect l="-1071" t="-6667" b="-2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2097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C333C-AE5F-42B0-BE66-D9D054610EF1}" type="slidenum">
              <a:rPr lang="en-US" altLang="zh-CN" smtClean="0"/>
              <a:pPr/>
              <a:t>14</a:t>
            </a:fld>
            <a:endParaRPr lang="en-US" altLang="zh-CN"/>
          </a:p>
        </p:txBody>
      </p:sp>
      <p:sp>
        <p:nvSpPr>
          <p:cNvPr id="29" name="Rectangle 3"/>
          <p:cNvSpPr txBox="1">
            <a:spLocks noChangeArrowheads="1"/>
          </p:cNvSpPr>
          <p:nvPr/>
        </p:nvSpPr>
        <p:spPr>
          <a:xfrm>
            <a:off x="1612900" y="115889"/>
            <a:ext cx="8966200" cy="659321"/>
          </a:xfrm>
          <a:prstGeom prst="rect">
            <a:avLst/>
          </a:prstGeom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4000" kern="0" dirty="0">
              <a:solidFill>
                <a:srgbClr val="0070C0"/>
              </a:solidFill>
              <a:latin typeface="方正黑体简体" panose="03000509000000000000" pitchFamily="65" charset="-122"/>
              <a:ea typeface="方正黑体简体" panose="03000509000000000000" pitchFamily="65" charset="-122"/>
              <a:cs typeface="Calibri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BEA063C-AB65-6AC7-31E0-2445066B9A12}"/>
              </a:ext>
            </a:extLst>
          </p:cNvPr>
          <p:cNvSpPr txBox="1"/>
          <p:nvPr/>
        </p:nvSpPr>
        <p:spPr>
          <a:xfrm>
            <a:off x="2426494" y="365126"/>
            <a:ext cx="73390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费米型级联运动方程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9B77CC1-2D97-903E-BB61-20EA211A45FB}"/>
              </a:ext>
            </a:extLst>
          </p:cNvPr>
          <p:cNvSpPr txBox="1"/>
          <p:nvPr/>
        </p:nvSpPr>
        <p:spPr>
          <a:xfrm>
            <a:off x="2032984" y="1150410"/>
            <a:ext cx="49552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费米型级联运动方程的结构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2A52BC37-53CC-2CCD-0AC7-1C3DE65296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689"/>
          <a:stretch/>
        </p:blipFill>
        <p:spPr>
          <a:xfrm>
            <a:off x="4870173" y="1812583"/>
            <a:ext cx="1929527" cy="327303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CD8F7C6D-3155-62B2-58F4-E42C00C5A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631" y="2589081"/>
            <a:ext cx="4582609" cy="747554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3F6F21AA-BB35-5622-067F-555049EE68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1628" y="3703570"/>
            <a:ext cx="3522448" cy="8607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0787843-5D0B-283F-7068-46F72104BA9B}"/>
                  </a:ext>
                </a:extLst>
              </p:cNvPr>
              <p:cNvSpPr txBox="1"/>
              <p:nvPr/>
            </p:nvSpPr>
            <p:spPr>
              <a:xfrm>
                <a:off x="1748268" y="3442311"/>
                <a:ext cx="1933799" cy="313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sz="2000" b="1" dirty="0"/>
                  <a:t>影响泛函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𝓕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altLang="zh-CN" sz="2000" b="1" i="0" smtClean="0">
                            <a:latin typeface="Cambria Math" panose="02040503050406030204" pitchFamily="18" charset="0"/>
                          </a:rPr>
                          <m:t>𝚽</m:t>
                        </m:r>
                      </m:sup>
                    </m:sSup>
                  </m:oMath>
                </a14:m>
                <a:endParaRPr lang="zh-CN" altLang="en-US" sz="2000" b="1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0787843-5D0B-283F-7068-46F72104B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8268" y="3442311"/>
                <a:ext cx="1933799" cy="313291"/>
              </a:xfrm>
              <a:prstGeom prst="rect">
                <a:avLst/>
              </a:prstGeom>
              <a:blipFill>
                <a:blip r:embed="rId6"/>
                <a:stretch>
                  <a:fillRect l="-8202" t="-23529" r="-2208" b="-490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本框 26">
            <a:extLst>
              <a:ext uri="{FF2B5EF4-FFF2-40B4-BE49-F238E27FC236}">
                <a16:creationId xmlns:a16="http://schemas.microsoft.com/office/drawing/2014/main" id="{0D547782-1DE2-E01F-30B2-F5D0FF878CA2}"/>
              </a:ext>
            </a:extLst>
          </p:cNvPr>
          <p:cNvSpPr txBox="1"/>
          <p:nvPr/>
        </p:nvSpPr>
        <p:spPr>
          <a:xfrm>
            <a:off x="1748267" y="2223671"/>
            <a:ext cx="359072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2000" b="1" dirty="0"/>
              <a:t>在费米子相干态路径积分表示下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1354D484-669F-A9A2-51E6-C69A99F90393}"/>
              </a:ext>
            </a:extLst>
          </p:cNvPr>
          <p:cNvGrpSpPr/>
          <p:nvPr/>
        </p:nvGrpSpPr>
        <p:grpSpPr>
          <a:xfrm>
            <a:off x="2085442" y="4497639"/>
            <a:ext cx="7770440" cy="704009"/>
            <a:chOff x="1612900" y="5003047"/>
            <a:chExt cx="7770440" cy="704009"/>
          </a:xfrm>
        </p:grpSpPr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D4F50FFF-C9AD-9C22-046D-30ED7587D4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12900" y="5003047"/>
              <a:ext cx="4555080" cy="704009"/>
            </a:xfrm>
            <a:prstGeom prst="rect">
              <a:avLst/>
            </a:prstGeom>
          </p:spPr>
        </p:pic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7CEAA4D0-8B72-2312-B5C7-B897F5588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167980" y="5117347"/>
              <a:ext cx="3215360" cy="506926"/>
            </a:xfrm>
            <a:prstGeom prst="rect">
              <a:avLst/>
            </a:prstGeom>
          </p:spPr>
        </p:pic>
      </p:grpSp>
      <p:pic>
        <p:nvPicPr>
          <p:cNvPr id="40" name="图片 39">
            <a:extLst>
              <a:ext uri="{FF2B5EF4-FFF2-40B4-BE49-F238E27FC236}">
                <a16:creationId xmlns:a16="http://schemas.microsoft.com/office/drawing/2014/main" id="{032CFF7D-6574-2A6F-62E9-051BA1C90B5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9963" y="5608942"/>
            <a:ext cx="5356042" cy="712188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3FE2B35A-E7CE-9F63-9B7D-10D49FD8C94E}"/>
              </a:ext>
            </a:extLst>
          </p:cNvPr>
          <p:cNvSpPr txBox="1"/>
          <p:nvPr/>
        </p:nvSpPr>
        <p:spPr>
          <a:xfrm>
            <a:off x="1748267" y="5301165"/>
            <a:ext cx="277159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2000" b="1" dirty="0"/>
              <a:t>定义辅助密度矩阵</a:t>
            </a:r>
            <a:r>
              <a:rPr lang="en-US" altLang="zh-CN" sz="2000" b="1" dirty="0"/>
              <a:t>(ADO)</a:t>
            </a:r>
            <a:endParaRPr lang="zh-CN" altLang="en-US" sz="2000" b="1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D3E8576-A39E-80E4-D821-7E434DAEC891}"/>
              </a:ext>
            </a:extLst>
          </p:cNvPr>
          <p:cNvSpPr txBox="1"/>
          <p:nvPr/>
        </p:nvSpPr>
        <p:spPr>
          <a:xfrm>
            <a:off x="1673844" y="6315062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/>
              <a:t>然后对时间求导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275443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C333C-AE5F-42B0-BE66-D9D054610EF1}" type="slidenum">
              <a:rPr lang="en-US" altLang="zh-CN" smtClean="0"/>
              <a:pPr/>
              <a:t>15</a:t>
            </a:fld>
            <a:endParaRPr lang="en-US" altLang="zh-CN"/>
          </a:p>
        </p:txBody>
      </p:sp>
      <p:sp>
        <p:nvSpPr>
          <p:cNvPr id="29" name="Rectangle 3"/>
          <p:cNvSpPr txBox="1">
            <a:spLocks noChangeArrowheads="1"/>
          </p:cNvSpPr>
          <p:nvPr/>
        </p:nvSpPr>
        <p:spPr>
          <a:xfrm>
            <a:off x="1612900" y="115889"/>
            <a:ext cx="8966200" cy="659321"/>
          </a:xfrm>
          <a:prstGeom prst="rect">
            <a:avLst/>
          </a:prstGeom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4000" kern="0" dirty="0">
              <a:solidFill>
                <a:srgbClr val="0070C0"/>
              </a:solidFill>
              <a:latin typeface="方正黑体简体" panose="03000509000000000000" pitchFamily="65" charset="-122"/>
              <a:ea typeface="方正黑体简体" panose="03000509000000000000" pitchFamily="65" charset="-122"/>
              <a:cs typeface="Calibri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BEA063C-AB65-6AC7-31E0-2445066B9A12}"/>
              </a:ext>
            </a:extLst>
          </p:cNvPr>
          <p:cNvSpPr txBox="1"/>
          <p:nvPr/>
        </p:nvSpPr>
        <p:spPr>
          <a:xfrm>
            <a:off x="2426494" y="365126"/>
            <a:ext cx="73390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费米型级联运动方程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9B77CC1-2D97-903E-BB61-20EA211A45FB}"/>
              </a:ext>
            </a:extLst>
          </p:cNvPr>
          <p:cNvSpPr txBox="1"/>
          <p:nvPr/>
        </p:nvSpPr>
        <p:spPr>
          <a:xfrm>
            <a:off x="2032984" y="1150410"/>
            <a:ext cx="49552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费米型级联运动方程的结构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7C9DF96-BAD8-5442-571E-036C8BE63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918" y="5521488"/>
            <a:ext cx="7111790" cy="7678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3430822-F4B6-8B59-69BF-4AF666CCDB84}"/>
                  </a:ext>
                </a:extLst>
              </p:cNvPr>
              <p:cNvSpPr txBox="1"/>
              <p:nvPr/>
            </p:nvSpPr>
            <p:spPr>
              <a:xfrm>
                <a:off x="2327340" y="4899857"/>
                <a:ext cx="5526641" cy="4430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/>
                  <a:t>可以将向上级联项和向下级联项写为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en-US" sz="2000" b="1" dirty="0"/>
                  <a:t> 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𝒞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p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endParaRPr lang="zh-CN" altLang="en-US" sz="2000" b="1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3430822-F4B6-8B59-69BF-4AF666CCD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7340" y="4899857"/>
                <a:ext cx="5526641" cy="443070"/>
              </a:xfrm>
              <a:prstGeom prst="rect">
                <a:avLst/>
              </a:prstGeom>
              <a:blipFill>
                <a:blip r:embed="rId4"/>
                <a:stretch>
                  <a:fillRect l="-1214" t="-6944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组合 34">
            <a:extLst>
              <a:ext uri="{FF2B5EF4-FFF2-40B4-BE49-F238E27FC236}">
                <a16:creationId xmlns:a16="http://schemas.microsoft.com/office/drawing/2014/main" id="{80E860AC-7658-4E14-4AA2-0C1A58329F8E}"/>
              </a:ext>
            </a:extLst>
          </p:cNvPr>
          <p:cNvGrpSpPr/>
          <p:nvPr/>
        </p:nvGrpSpPr>
        <p:grpSpPr>
          <a:xfrm>
            <a:off x="2065718" y="2687063"/>
            <a:ext cx="7699788" cy="2123514"/>
            <a:chOff x="1730557" y="3040624"/>
            <a:chExt cx="7699788" cy="2123514"/>
          </a:xfrm>
          <a:noFill/>
        </p:grpSpPr>
        <p:pic>
          <p:nvPicPr>
            <p:cNvPr id="7" name="Picture 6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752975" y="3408363"/>
              <a:ext cx="166688" cy="4445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8" name="Picture 7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386263" y="3986213"/>
              <a:ext cx="166688" cy="4445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9" name="Picture 8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153025" y="3986213"/>
              <a:ext cx="166688" cy="4445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" name="Picture 9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986213" y="4552951"/>
              <a:ext cx="166688" cy="4445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1" name="Picture 1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786313" y="4552951"/>
              <a:ext cx="166688" cy="4445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2" name="Picture 11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553075" y="4552951"/>
              <a:ext cx="166688" cy="4445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3" name="Picture 12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519488" y="5119688"/>
              <a:ext cx="166688" cy="4445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4" name="Picture 13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352925" y="5119688"/>
              <a:ext cx="166688" cy="4445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5" name="Picture 14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186363" y="5119688"/>
              <a:ext cx="166688" cy="4445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6" name="Picture 15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953125" y="5119688"/>
              <a:ext cx="166688" cy="4445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183E8CFD-2F94-4A7F-A3EE-3BDA60A060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87418" y="3040624"/>
              <a:ext cx="6799087" cy="1743465"/>
            </a:xfrm>
            <a:prstGeom prst="rect">
              <a:avLst/>
            </a:prstGeom>
            <a:grpFill/>
            <a:ln>
              <a:noFill/>
            </a:ln>
          </p:spPr>
        </p:pic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3230A27A-499D-7E2A-DC5B-19BFB1703780}"/>
                </a:ext>
              </a:extLst>
            </p:cNvPr>
            <p:cNvSpPr txBox="1"/>
            <p:nvPr/>
          </p:nvSpPr>
          <p:spPr>
            <a:xfrm>
              <a:off x="6807511" y="3076394"/>
              <a:ext cx="2622834" cy="923330"/>
            </a:xfrm>
            <a:prstGeom prst="rect">
              <a:avLst/>
            </a:prstGeom>
            <a:grp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b="1" dirty="0"/>
                <a:t>具体推导参见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JCP</a:t>
              </a:r>
              <a:r>
                <a:rPr lang="zh-CN" altLang="en-US" b="1" dirty="0"/>
                <a:t> </a:t>
              </a:r>
              <a:r>
                <a:rPr lang="en-US" altLang="zh-CN" b="1" dirty="0"/>
                <a:t>148, 234108 (2018)</a:t>
              </a:r>
            </a:p>
            <a:p>
              <a:pPr algn="ctr"/>
              <a:r>
                <a:rPr lang="en-US" altLang="zh-CN" b="1" dirty="0"/>
                <a:t>CJCP 34, 905 (2021)</a:t>
              </a:r>
              <a:endParaRPr lang="zh-CN" altLang="en-US" b="1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6FA03806-0337-FC94-10C6-66D25E2571FA}"/>
                </a:ext>
              </a:extLst>
            </p:cNvPr>
            <p:cNvSpPr txBox="1"/>
            <p:nvPr/>
          </p:nvSpPr>
          <p:spPr>
            <a:xfrm>
              <a:off x="1730557" y="3719057"/>
              <a:ext cx="1504439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solidFill>
                    <a:srgbClr val="C00000"/>
                  </a:solidFill>
                </a:rPr>
                <a:t>向上级联项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17CE2612-DD92-FBDD-32EF-A93C8A6548E9}"/>
                </a:ext>
              </a:extLst>
            </p:cNvPr>
            <p:cNvSpPr txBox="1"/>
            <p:nvPr/>
          </p:nvSpPr>
          <p:spPr>
            <a:xfrm>
              <a:off x="1730557" y="4274497"/>
              <a:ext cx="1652363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solidFill>
                    <a:srgbClr val="002060"/>
                  </a:solidFill>
                </a:rPr>
                <a:t>向下级联项</a:t>
              </a:r>
              <a:endParaRPr lang="zh-CN" altLang="en-US" dirty="0">
                <a:solidFill>
                  <a:srgbClr val="002060"/>
                </a:solidFill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08E5E243-D3EF-AC94-8725-7B560C9C0CC1}"/>
                </a:ext>
              </a:extLst>
            </p:cNvPr>
            <p:cNvSpPr/>
            <p:nvPr/>
          </p:nvSpPr>
          <p:spPr>
            <a:xfrm>
              <a:off x="1785842" y="3614642"/>
              <a:ext cx="4645643" cy="560583"/>
            </a:xfrm>
            <a:prstGeom prst="rect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ACBC0868-95CC-5142-3F9A-AA48F6AA5BB7}"/>
                </a:ext>
              </a:extLst>
            </p:cNvPr>
            <p:cNvSpPr/>
            <p:nvPr/>
          </p:nvSpPr>
          <p:spPr>
            <a:xfrm>
              <a:off x="1783557" y="4199847"/>
              <a:ext cx="7502948" cy="560583"/>
            </a:xfrm>
            <a:prstGeom prst="rect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文本框 35">
            <a:extLst>
              <a:ext uri="{FF2B5EF4-FFF2-40B4-BE49-F238E27FC236}">
                <a16:creationId xmlns:a16="http://schemas.microsoft.com/office/drawing/2014/main" id="{EC114BE6-55E9-C6A7-C3B6-EE9CE066AA1D}"/>
              </a:ext>
            </a:extLst>
          </p:cNvPr>
          <p:cNvSpPr txBox="1"/>
          <p:nvPr/>
        </p:nvSpPr>
        <p:spPr>
          <a:xfrm>
            <a:off x="2358153" y="2056350"/>
            <a:ext cx="4288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根据相干态路径积分，我们可以得到</a:t>
            </a:r>
          </a:p>
        </p:txBody>
      </p:sp>
    </p:spTree>
    <p:extLst>
      <p:ext uri="{BB962C8B-B14F-4D97-AF65-F5344CB8AC3E}">
        <p14:creationId xmlns:p14="http://schemas.microsoft.com/office/powerpoint/2010/main" val="3905039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C333C-AE5F-42B0-BE66-D9D054610EF1}" type="slidenum">
              <a:rPr lang="en-US" altLang="zh-CN" smtClean="0"/>
              <a:pPr/>
              <a:t>16</a:t>
            </a:fld>
            <a:endParaRPr lang="en-US" altLang="zh-CN"/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52975" y="3408363"/>
            <a:ext cx="166688" cy="4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86263" y="3986213"/>
            <a:ext cx="166688" cy="4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53025" y="3986213"/>
            <a:ext cx="166688" cy="4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86213" y="4552951"/>
            <a:ext cx="166688" cy="4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86313" y="4552951"/>
            <a:ext cx="166688" cy="4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3075" y="4552951"/>
            <a:ext cx="166688" cy="4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1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19488" y="5119688"/>
            <a:ext cx="166688" cy="4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1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52925" y="5119688"/>
            <a:ext cx="166688" cy="4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1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86363" y="5119688"/>
            <a:ext cx="166688" cy="4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" name="Picture 1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53125" y="5119688"/>
            <a:ext cx="166688" cy="4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9" name="Rectangle 3"/>
          <p:cNvSpPr txBox="1">
            <a:spLocks noChangeArrowheads="1"/>
          </p:cNvSpPr>
          <p:nvPr/>
        </p:nvSpPr>
        <p:spPr>
          <a:xfrm>
            <a:off x="1612900" y="115889"/>
            <a:ext cx="8966200" cy="659321"/>
          </a:xfrm>
          <a:prstGeom prst="rect">
            <a:avLst/>
          </a:prstGeom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4000" kern="0" dirty="0">
              <a:solidFill>
                <a:srgbClr val="0070C0"/>
              </a:solidFill>
              <a:latin typeface="方正黑体简体" panose="03000509000000000000" pitchFamily="65" charset="-122"/>
              <a:ea typeface="方正黑体简体" panose="03000509000000000000" pitchFamily="65" charset="-122"/>
              <a:cs typeface="Calibri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BEA063C-AB65-6AC7-31E0-2445066B9A12}"/>
              </a:ext>
            </a:extLst>
          </p:cNvPr>
          <p:cNvSpPr txBox="1"/>
          <p:nvPr/>
        </p:nvSpPr>
        <p:spPr>
          <a:xfrm>
            <a:off x="2426494" y="365126"/>
            <a:ext cx="73390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费米型级联运动方程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5C5D0EB-A435-691D-D69E-819D8B295341}"/>
                  </a:ext>
                </a:extLst>
              </p:cNvPr>
              <p:cNvSpPr txBox="1"/>
              <p:nvPr/>
            </p:nvSpPr>
            <p:spPr>
              <a:xfrm>
                <a:off x="2266481" y="3116421"/>
                <a:ext cx="8601991" cy="4305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将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𝜌</m:t>
                        </m:r>
                      </m:e>
                      <m:sup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zh-CN" altLang="en-US" sz="24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和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𝜌</m:t>
                        </m:r>
                      </m:e>
                      <m:sup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  <m:r>
                              <a:rPr lang="en-US" altLang="zh-C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&gt;0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zh-CN" altLang="en-US" sz="24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表述为</a:t>
                </a:r>
                <a:r>
                  <a:rPr lang="zh-CN" altLang="en-US" sz="2400" b="1" dirty="0">
                    <a:solidFill>
                      <a:srgbClr val="C0000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向量形式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𝝆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≡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𝝆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4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𝟎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𝝆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4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𝟏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,…</m:t>
                        </m:r>
                      </m:e>
                    </m:d>
                  </m:oMath>
                </a14:m>
                <a:endParaRPr lang="zh-CN" altLang="en-US" sz="2400" b="1" dirty="0">
                  <a:solidFill>
                    <a:srgbClr val="002060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5C5D0EB-A435-691D-D69E-819D8B295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6481" y="3116421"/>
                <a:ext cx="8601991" cy="430567"/>
              </a:xfrm>
              <a:prstGeom prst="rect">
                <a:avLst/>
              </a:prstGeom>
              <a:blipFill>
                <a:blip r:embed="rId4"/>
                <a:stretch>
                  <a:fillRect l="-2197" t="-11268" b="-380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9BB4E17-2C4D-FE8D-0797-F8C0120A8B75}"/>
                  </a:ext>
                </a:extLst>
              </p:cNvPr>
              <p:cNvSpPr txBox="1"/>
              <p:nvPr/>
            </p:nvSpPr>
            <p:spPr>
              <a:xfrm>
                <a:off x="2090701" y="3802702"/>
                <a:ext cx="619132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HEOM </a:t>
                </a:r>
                <a:r>
                  <a:rPr lang="zh-CN" altLang="en-US" sz="24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内的级联结构可以用</a:t>
                </a:r>
                <a:r>
                  <a:rPr lang="zh-CN" altLang="en-US" sz="2400" b="1" dirty="0">
                    <a:solidFill>
                      <a:srgbClr val="C0000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超算符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</a:rPr>
                      <m:t>𝓛</m:t>
                    </m:r>
                  </m:oMath>
                </a14:m>
                <a:r>
                  <a:rPr lang="zh-CN" altLang="en-US" sz="2400" b="1" dirty="0">
                    <a:solidFill>
                      <a:srgbClr val="C0000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zh-CN" altLang="en-US" sz="24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表示</a:t>
                </a: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9BB4E17-2C4D-FE8D-0797-F8C0120A8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0701" y="3802702"/>
                <a:ext cx="6191325" cy="369332"/>
              </a:xfrm>
              <a:prstGeom prst="rect">
                <a:avLst/>
              </a:prstGeom>
              <a:blipFill>
                <a:blip r:embed="rId5"/>
                <a:stretch>
                  <a:fillRect t="-25000" b="-5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A5C1BE44-A5C2-F844-8505-5F802B62BF5B}"/>
                  </a:ext>
                </a:extLst>
              </p:cNvPr>
              <p:cNvSpPr txBox="1"/>
              <p:nvPr/>
            </p:nvSpPr>
            <p:spPr>
              <a:xfrm>
                <a:off x="5040365" y="4386466"/>
                <a:ext cx="19922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zh-CN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𝝆</m:t>
                          </m:r>
                        </m:e>
                      </m:acc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=−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𝒊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𝓛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𝝆</m:t>
                      </m:r>
                    </m:oMath>
                  </m:oMathPara>
                </a14:m>
                <a:endParaRPr lang="zh-CN" alt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A5C1BE44-A5C2-F844-8505-5F802B62B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365" y="4386466"/>
                <a:ext cx="1992208" cy="461665"/>
              </a:xfrm>
              <a:prstGeom prst="rect">
                <a:avLst/>
              </a:prstGeom>
              <a:blipFill>
                <a:blip r:embed="rId6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 Box 58">
            <a:extLst>
              <a:ext uri="{FF2B5EF4-FFF2-40B4-BE49-F238E27FC236}">
                <a16:creationId xmlns:a16="http://schemas.microsoft.com/office/drawing/2014/main" id="{02575207-E3D4-2325-4C6F-542A1612C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6481" y="5014616"/>
            <a:ext cx="433965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当体系到达平衡态或者稳态</a:t>
            </a:r>
            <a:endParaRPr lang="en-US" altLang="zh-CN" sz="2400" b="1" dirty="0">
              <a:solidFill>
                <a:srgbClr val="00206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E05BF18B-8B91-4AFB-16A9-F2F445E325B3}"/>
                  </a:ext>
                </a:extLst>
              </p:cNvPr>
              <p:cNvSpPr txBox="1"/>
              <p:nvPr/>
            </p:nvSpPr>
            <p:spPr>
              <a:xfrm>
                <a:off x="3796065" y="5730237"/>
                <a:ext cx="1156937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zh-CN" sz="2200" b="1" i="1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2200" b="1" i="1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𝝆</m:t>
                          </m:r>
                        </m:e>
                      </m:acc>
                      <m:r>
                        <a:rPr lang="en-US" altLang="zh-CN" sz="22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2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𝟎</m:t>
                      </m:r>
                    </m:oMath>
                  </m:oMathPara>
                </a14:m>
                <a:endParaRPr lang="zh-CN" altLang="en-US" sz="2200" dirty="0">
                  <a:solidFill>
                    <a:srgbClr val="3333FF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E05BF18B-8B91-4AFB-16A9-F2F445E32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6065" y="5730237"/>
                <a:ext cx="1156937" cy="430887"/>
              </a:xfrm>
              <a:prstGeom prst="rect">
                <a:avLst/>
              </a:prstGeom>
              <a:blipFill>
                <a:blip r:embed="rId7"/>
                <a:stretch>
                  <a:fillRect b="-84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94">
            <a:extLst>
              <a:ext uri="{FF2B5EF4-FFF2-40B4-BE49-F238E27FC236}">
                <a16:creationId xmlns:a16="http://schemas.microsoft.com/office/drawing/2014/main" id="{595C2BAA-09DB-376C-8319-D59D68E87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8817" y="5727012"/>
            <a:ext cx="517525" cy="457200"/>
          </a:xfrm>
          <a:prstGeom prst="rightArrow">
            <a:avLst>
              <a:gd name="adj1" fmla="val 50000"/>
              <a:gd name="adj2" fmla="val 46774"/>
            </a:avLst>
          </a:prstGeom>
          <a:noFill/>
          <a:ln w="28575">
            <a:solidFill>
              <a:srgbClr val="3333FF"/>
            </a:solidFill>
            <a:prstDash val="sysDash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zh-CN">
              <a:solidFill>
                <a:srgbClr val="3333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83EB0FAE-ED43-4D54-1FD4-53C334D58C43}"/>
                  </a:ext>
                </a:extLst>
              </p:cNvPr>
              <p:cNvSpPr txBox="1"/>
              <p:nvPr/>
            </p:nvSpPr>
            <p:spPr>
              <a:xfrm>
                <a:off x="5764509" y="5714847"/>
                <a:ext cx="185205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𝓛</m:t>
                      </m:r>
                      <m:sSup>
                        <m:sSupPr>
                          <m:ctrlPr>
                            <a:rPr lang="en-US" altLang="zh-CN" sz="2400" b="1" i="1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𝝆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st</m:t>
                          </m:r>
                        </m:sup>
                      </m:sSup>
                      <m:r>
                        <a:rPr lang="en-US" altLang="zh-CN" sz="24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4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𝒃</m:t>
                      </m:r>
                    </m:oMath>
                  </m:oMathPara>
                </a14:m>
                <a:endParaRPr lang="zh-CN" altLang="en-US" sz="2400" b="1" dirty="0">
                  <a:solidFill>
                    <a:srgbClr val="3333FF"/>
                  </a:solidFill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83EB0FAE-ED43-4D54-1FD4-53C334D58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4509" y="5714847"/>
                <a:ext cx="1852056" cy="461665"/>
              </a:xfrm>
              <a:prstGeom prst="rect">
                <a:avLst/>
              </a:prstGeom>
              <a:blipFill>
                <a:blip r:embed="rId8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C9B77CC1-2D97-903E-BB61-20EA211A45FB}"/>
              </a:ext>
            </a:extLst>
          </p:cNvPr>
          <p:cNvSpPr txBox="1"/>
          <p:nvPr/>
        </p:nvSpPr>
        <p:spPr>
          <a:xfrm>
            <a:off x="2032984" y="1150410"/>
            <a:ext cx="49552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费米型级联运动方程的结构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7C9DF96-BAD8-5442-571E-036C8BE63EF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63918" y="1950128"/>
            <a:ext cx="7111790" cy="767821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773992D6-B3E8-920B-AEF0-5A22EBFEE0C8}"/>
              </a:ext>
            </a:extLst>
          </p:cNvPr>
          <p:cNvSpPr txBox="1"/>
          <p:nvPr/>
        </p:nvSpPr>
        <p:spPr>
          <a:xfrm>
            <a:off x="7417406" y="5761013"/>
            <a:ext cx="15912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线性方程组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230A27A-499D-7E2A-DC5B-19BFB1703780}"/>
              </a:ext>
            </a:extLst>
          </p:cNvPr>
          <p:cNvSpPr txBox="1"/>
          <p:nvPr/>
        </p:nvSpPr>
        <p:spPr>
          <a:xfrm>
            <a:off x="9569166" y="2286500"/>
            <a:ext cx="26228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/>
              <a:t>具体推导参见</a:t>
            </a:r>
            <a:endParaRPr lang="en-US" altLang="zh-CN" b="1" dirty="0"/>
          </a:p>
          <a:p>
            <a:pPr algn="ctr"/>
            <a:r>
              <a:rPr lang="en-US" altLang="zh-CN" b="1" dirty="0"/>
              <a:t>JCP</a:t>
            </a:r>
            <a:r>
              <a:rPr lang="zh-CN" altLang="en-US" b="1" dirty="0"/>
              <a:t> </a:t>
            </a:r>
            <a:r>
              <a:rPr lang="en-US" altLang="zh-CN" b="1" dirty="0"/>
              <a:t>148, 234108 (2018)</a:t>
            </a:r>
          </a:p>
          <a:p>
            <a:pPr algn="ctr"/>
            <a:r>
              <a:rPr lang="en-US" altLang="zh-CN" b="1" dirty="0"/>
              <a:t>CJCP 34, 905 (2021)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336838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F8301A3-70E4-4854-A938-D6C677100239}"/>
                  </a:ext>
                </a:extLst>
              </p:cNvPr>
              <p:cNvSpPr txBox="1"/>
              <p:nvPr/>
            </p:nvSpPr>
            <p:spPr>
              <a:xfrm>
                <a:off x="3208462" y="3040732"/>
                <a:ext cx="5588389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4572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𝛼𝜈</m:t>
                          </m:r>
                        </m:sub>
                        <m:sup/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𝜈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bSup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Sup>
                                    <m:sSubSup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𝛼𝜈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</m:e>
                                      </m:d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𝜈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Sup>
                                    <m:sSubSup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𝛼𝜈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</m:e>
                                      </m:d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nary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dirty="0">
                  <a:solidFill>
                    <a:prstClr val="black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F8301A3-70E4-4854-A938-D6C677100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8462" y="3040732"/>
                <a:ext cx="5588389" cy="6721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5BE9E944-7401-47F5-8053-483BFD24AAF3}"/>
                  </a:ext>
                </a:extLst>
              </p:cNvPr>
              <p:cNvSpPr/>
              <p:nvPr/>
            </p:nvSpPr>
            <p:spPr>
              <a:xfrm>
                <a:off x="2138270" y="3891953"/>
                <a:ext cx="7992637" cy="7963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4572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𝛼𝜈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≡−</m:t>
                      </m:r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nary>
                            <m:nary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𝛼𝜈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𝜈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</m:d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𝒰</m:t>
                                  </m:r>
                                  <m:d>
                                    <m:d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𝜈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sup>
                                  </m:sSubSup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altLang="zh-CN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𝛼𝜈</m:t>
                                              </m:r>
                                              <m:sSup>
                                                <m:sSupPr>
                                                  <m:ctrlPr>
                                                    <a:rPr lang="en-US" altLang="zh-CN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altLang="zh-CN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𝜈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altLang="zh-CN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p>
                                              </m:sSup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altLang="zh-CN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acc>
                                                    <m:accPr>
                                                      <m:chr m:val="̅"/>
                                                      <m:ctrlPr>
                                                        <a:rPr lang="en-US" altLang="zh-CN" i="1"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en-US" altLang="zh-CN" i="1"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𝜎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</m:d>
                                            </m:sup>
                                          </m:sSubSup>
                                          <m:d>
                                            <m:dPr>
                                              <m:ctrlPr>
                                                <a:rPr lang="en-US" altLang="zh-CN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𝒰</m:t>
                                  </m:r>
                                  <m:d>
                                    <m:d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𝜈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nary>
                          <m:sSub>
                            <m:sSub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dirty="0">
                  <a:solidFill>
                    <a:prstClr val="black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5BE9E944-7401-47F5-8053-483BFD24AA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8270" y="3891953"/>
                <a:ext cx="7992637" cy="7963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ABD2874-E6EA-4F72-B200-7E69CDC1C13D}"/>
                  </a:ext>
                </a:extLst>
              </p:cNvPr>
              <p:cNvSpPr txBox="1"/>
              <p:nvPr/>
            </p:nvSpPr>
            <p:spPr>
              <a:xfrm>
                <a:off x="3340393" y="5001614"/>
                <a:ext cx="5588389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4572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𝛼𝜈</m:t>
                          </m:r>
                        </m:sub>
                        <m:sup/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𝜈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bSup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Sup>
                                    <m:sSubSup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𝛼𝜈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</m:e>
                                      </m:d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𝜈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Sup>
                                    <m:sSubSup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𝛼𝜈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</m:e>
                                      </m:d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nary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dirty="0">
                  <a:solidFill>
                    <a:prstClr val="black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ABD2874-E6EA-4F72-B200-7E69CDC1C1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0393" y="5001614"/>
                <a:ext cx="5588389" cy="6721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/>
          <p:cNvGrpSpPr/>
          <p:nvPr/>
        </p:nvGrpSpPr>
        <p:grpSpPr>
          <a:xfrm>
            <a:off x="1690576" y="1787920"/>
            <a:ext cx="8810848" cy="782379"/>
            <a:chOff x="166576" y="2016560"/>
            <a:chExt cx="8810848" cy="7823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3DC5088D-985C-48CC-A6C6-254FA7EF5A24}"/>
                    </a:ext>
                  </a:extLst>
                </p:cNvPr>
                <p:cNvSpPr txBox="1"/>
                <p:nvPr/>
              </p:nvSpPr>
              <p:spPr>
                <a:xfrm>
                  <a:off x="166576" y="2147706"/>
                  <a:ext cx="2990691" cy="4253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45720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  <m:d>
                          <m:dPr>
                            <m:begChr m:val="（"/>
                            <m:endChr m:val="）"/>
                            <m:ctrlPr>
                              <a:rPr lang="zh-CN" alt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sub>
                              <m:sup>
                                <m: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†</m:t>
                                </m:r>
                              </m:sup>
                            </m:sSubSup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𝜈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SB</m:t>
                            </m:r>
                          </m:sub>
                        </m:sSub>
                      </m:oMath>
                    </m:oMathPara>
                  </a14:m>
                  <a:endParaRPr lang="zh-CN" altLang="en-US">
                    <a:solidFill>
                      <a:prstClr val="black"/>
                    </a:solidFill>
                    <a:latin typeface="Calibri Light" panose="020F0302020204030204"/>
                    <a:ea typeface="等线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3DC5088D-985C-48CC-A6C6-254FA7EF5A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576" y="2147706"/>
                  <a:ext cx="2990691" cy="42530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FE7AE2FF-C965-4819-A146-F90CC5DD3539}"/>
                    </a:ext>
                  </a:extLst>
                </p:cNvPr>
                <p:cNvSpPr txBox="1"/>
                <p:nvPr/>
              </p:nvSpPr>
              <p:spPr>
                <a:xfrm>
                  <a:off x="3205935" y="2016560"/>
                  <a:ext cx="2545440" cy="7645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45720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zh-CN" alt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zh-CN" altLang="en-US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altLang="zh-CN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en-US" altLang="zh-CN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altLang="zh-CN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†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en-US" altLang="zh-CN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</m:oMath>
                    </m:oMathPara>
                  </a14:m>
                  <a:endParaRPr lang="zh-CN" altLang="en-US">
                    <a:solidFill>
                      <a:prstClr val="black"/>
                    </a:solidFill>
                    <a:latin typeface="Calibri Light" panose="020F0302020204030204"/>
                    <a:ea typeface="等线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FE7AE2FF-C965-4819-A146-F90CC5DD35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5935" y="2016560"/>
                  <a:ext cx="2545440" cy="76450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D03D7DA9-2182-49FF-82A4-BEDAD4AEC677}"/>
                    </a:ext>
                  </a:extLst>
                </p:cNvPr>
                <p:cNvSpPr txBox="1"/>
                <p:nvPr/>
              </p:nvSpPr>
              <p:spPr>
                <a:xfrm>
                  <a:off x="5723841" y="2034371"/>
                  <a:ext cx="3253583" cy="7645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45720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𝑆𝐵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zh-CN" alt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en-US" altLang="zh-CN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  <m:r>
                                      <a:rPr lang="en-US" altLang="zh-CN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altLang="zh-CN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en-US" altLang="zh-CN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altLang="zh-CN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†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altLang="zh-CN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  <m:r>
                              <a:rPr lang="en-US" altLang="zh-CN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nary>
                      </m:oMath>
                    </m:oMathPara>
                  </a14:m>
                  <a:endParaRPr lang="zh-CN" altLang="en-US" dirty="0">
                    <a:solidFill>
                      <a:prstClr val="black"/>
                    </a:solidFill>
                    <a:latin typeface="Calibri Light" panose="020F0302020204030204"/>
                    <a:ea typeface="等线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D03D7DA9-2182-49FF-82A4-BEDAD4AEC6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3841" y="2034371"/>
                  <a:ext cx="3253583" cy="76456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Text Box 58">
            <a:extLst>
              <a:ext uri="{FF2B5EF4-FFF2-40B4-BE49-F238E27FC236}">
                <a16:creationId xmlns:a16="http://schemas.microsoft.com/office/drawing/2014/main" id="{E51CC288-908D-4D9E-B788-A915D87E1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903289"/>
            <a:ext cx="6093962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457200">
              <a:buFont typeface="Arial" pitchFamily="34" charset="0"/>
              <a:buChar char="•"/>
              <a:defRPr/>
            </a:pPr>
            <a:r>
              <a:rPr lang="en-US" altLang="zh-CN" sz="2500" b="1">
                <a:solidFill>
                  <a:srgbClr val="006600"/>
                </a:solidFill>
                <a:latin typeface="Calibri" pitchFamily="34" charset="0"/>
                <a:ea typeface="等线" panose="02010600030101010101" pitchFamily="2" charset="-122"/>
              </a:rPr>
              <a:t> Consider 1st-tier ADOs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09D3644-BCC8-4FA0-A053-86B7A6DADEF6}"/>
              </a:ext>
            </a:extLst>
          </p:cNvPr>
          <p:cNvSpPr txBox="1"/>
          <p:nvPr/>
        </p:nvSpPr>
        <p:spPr>
          <a:xfrm>
            <a:off x="1690577" y="1482794"/>
            <a:ext cx="42164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The Hamiltonian of the total system is</a:t>
            </a:r>
            <a:endParaRPr lang="zh-CN" altLang="en-US" sz="2000" b="1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3554A4A-CF1E-43BB-AB19-1D5E2FEA6B9C}"/>
              </a:ext>
            </a:extLst>
          </p:cNvPr>
          <p:cNvSpPr txBox="1"/>
          <p:nvPr/>
        </p:nvSpPr>
        <p:spPr>
          <a:xfrm>
            <a:off x="1690576" y="2553559"/>
            <a:ext cx="84850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Quantum master equation under self-consistent Born approximation (SCBA) is</a:t>
            </a:r>
            <a:endParaRPr lang="zh-CN" altLang="en-US" sz="2000" b="1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DB6D934-18FB-4719-A7D4-4E8BBF0AD02F}"/>
              </a:ext>
            </a:extLst>
          </p:cNvPr>
          <p:cNvSpPr txBox="1"/>
          <p:nvPr/>
        </p:nvSpPr>
        <p:spPr>
          <a:xfrm>
            <a:off x="1690576" y="3621361"/>
            <a:ext cx="6639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with</a:t>
            </a:r>
            <a:endParaRPr lang="zh-CN" altLang="en-US" sz="2000" b="1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A96B962-1B60-4D0E-83D7-0F7A3DAD51FF}"/>
              </a:ext>
            </a:extLst>
          </p:cNvPr>
          <p:cNvSpPr txBox="1"/>
          <p:nvPr/>
        </p:nvSpPr>
        <p:spPr>
          <a:xfrm>
            <a:off x="1701990" y="4651188"/>
            <a:ext cx="33009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The EOM for a 1st-tier ADO is</a:t>
            </a:r>
            <a:endParaRPr lang="zh-CN" altLang="en-US" sz="2000" b="1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2014796" y="130315"/>
            <a:ext cx="816242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3600" b="1">
                <a:solidFill>
                  <a:srgbClr val="800080"/>
                </a:solidFill>
                <a:latin typeface="Calibri" pitchFamily="34" charset="0"/>
                <a:cs typeface="Calibri" pitchFamily="34" charset="0"/>
              </a:rPr>
              <a:t>A new truncation scheme: Adiabatic SCBA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0BBEDE1-4828-5235-364E-38C5345FFE7D}"/>
              </a:ext>
            </a:extLst>
          </p:cNvPr>
          <p:cNvSpPr txBox="1"/>
          <p:nvPr/>
        </p:nvSpPr>
        <p:spPr>
          <a:xfrm>
            <a:off x="1701990" y="5615492"/>
            <a:ext cx="53131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The approximate expression of the 1st-tier ADO </a:t>
            </a:r>
            <a:endParaRPr lang="zh-CN" altLang="en-US" sz="2000" b="1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F665CC46-17AD-F389-4C35-DE62CEB511E8}"/>
                  </a:ext>
                </a:extLst>
              </p:cNvPr>
              <p:cNvSpPr/>
              <p:nvPr/>
            </p:nvSpPr>
            <p:spPr>
              <a:xfrm>
                <a:off x="1744058" y="5978465"/>
                <a:ext cx="8781058" cy="7963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4572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𝛼𝜈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≃−</m:t>
                      </m:r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nary>
                            <m:nary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𝛼𝜈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𝜈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</m:d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  <m:sSup>
                                    <m:sSup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ℒ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𝜈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sup>
                                  </m:sSubSup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en-US" altLang="zh-CN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Sup>
                                                <m:sSubSupPr>
                                                  <m:ctrlPr>
                                                    <a:rPr lang="en-US" altLang="zh-CN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altLang="zh-CN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𝐶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𝛼𝜈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en-US" altLang="zh-CN" i="1"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altLang="zh-CN" i="1"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𝜈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altLang="zh-CN" i="1"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p>
                                                  </m:sSup>
                                                </m:sub>
                                                <m:sup>
                                                  <m:d>
                                                    <m:dPr>
                                                      <m:ctrlPr>
                                                        <a:rPr lang="en-US" altLang="zh-CN" i="1"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acc>
                                                        <m:accPr>
                                                          <m:chr m:val="̅"/>
                                                          <m:ctrlPr>
                                                            <a:rPr lang="en-US" altLang="zh-CN" i="1">
                                                              <a:solidFill>
                                                                <a:prstClr val="black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accPr>
                                                        <m:e>
                                                          <m:r>
                                                            <a:rPr lang="en-US" altLang="zh-CN" i="1">
                                                              <a:solidFill>
                                                                <a:prstClr val="black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𝜎</m:t>
                                                          </m:r>
                                                        </m:e>
                                                      </m:acc>
                                                    </m:e>
                                                  </m:d>
                                                </m:sup>
                                              </m:sSubSup>
                                              <m:d>
                                                <m:dPr>
                                                  <m:ctrlPr>
                                                    <a:rPr lang="en-US" altLang="zh-CN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altLang="zh-CN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  <m:r>
                                                    <a:rPr lang="en-US" altLang="zh-CN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r>
                                                    <a:rPr lang="en-US" altLang="zh-CN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𝜏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†</m:t>
                                          </m:r>
                                        </m:sup>
                                      </m:sSup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ℒ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𝜈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nary>
                          <m:sSub>
                            <m:sSub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dirty="0">
                  <a:solidFill>
                    <a:prstClr val="black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F665CC46-17AD-F389-4C35-DE62CEB511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4058" y="5978465"/>
                <a:ext cx="8781058" cy="7963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7602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AAE7985-CDBF-42F7-A652-E48ECFE5AF3C}"/>
                  </a:ext>
                </a:extLst>
              </p:cNvPr>
              <p:cNvSpPr/>
              <p:nvPr/>
            </p:nvSpPr>
            <p:spPr>
              <a:xfrm>
                <a:off x="1251699" y="3374303"/>
                <a:ext cx="9688602" cy="12191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defTabSz="4572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7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7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7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7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17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7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altLang="zh-CN" sz="17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7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17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altLang="zh-CN" sz="17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  <m:sup>
                          <m:d>
                            <m:dPr>
                              <m:ctrlPr>
                                <a:rPr lang="en-US" altLang="zh-CN" sz="17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7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altLang="zh-CN" sz="17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altLang="zh-CN" sz="17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7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7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≃−</m:t>
                      </m:r>
                      <m:r>
                        <a:rPr lang="en-US" altLang="zh-CN" sz="17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f>
                        <m:fPr>
                          <m:ctrlPr>
                            <a:rPr lang="en-US" altLang="zh-CN" sz="17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7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7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7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17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altLang="zh-CN" sz="17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7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17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7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CN" sz="17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7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e>
                            <m:sup>
                              <m:r>
                                <a:rPr lang="en-US" altLang="zh-CN" sz="17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sz="17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7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altLang="zh-CN" sz="17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𝛼𝜈</m:t>
                              </m:r>
                              <m:sSup>
                                <m:sSupPr>
                                  <m:ctrlPr>
                                    <a:rPr lang="en-US" altLang="zh-CN" sz="17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7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e>
                                <m:sup>
                                  <m:r>
                                    <a:rPr lang="en-US" altLang="zh-CN" sz="17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sz="17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17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7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d>
                            </m:sup>
                          </m:sSubSup>
                          <m:nary>
                            <m:naryPr>
                              <m:ctrlPr>
                                <a:rPr lang="en-US" altLang="zh-CN" sz="17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zh-CN" sz="17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7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7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sz="17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  <m:e>
                              <m:r>
                                <a:rPr lang="en-US" altLang="zh-CN" sz="17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17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7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17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sz="17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17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zh-CN" sz="17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17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n-US" altLang="zh-CN" sz="17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7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7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b>
                                      </m:sSub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altLang="zh-CN" sz="17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7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17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sz="17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7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7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𝛼𝜈</m:t>
                                          </m:r>
                                          <m:r>
                                            <a:rPr lang="en-US" altLang="zh-CN" sz="17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altLang="zh-CN" sz="17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sz="17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en-US" altLang="zh-CN" sz="17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17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zh-CN" sz="17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17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lang="en-US" altLang="zh-CN" sz="17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𝒰</m:t>
                                  </m:r>
                                  <m:d>
                                    <m:dPr>
                                      <m:ctrlPr>
                                        <a:rPr lang="en-US" altLang="zh-CN" sz="17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7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sz="17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17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  <m:r>
                                        <a:rPr lang="en-US" altLang="zh-CN" sz="17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d>
                                </m:e>
                              </m:d>
                              <m:sSubSup>
                                <m:sSubSupPr>
                                  <m:ctrlPr>
                                    <a:rPr lang="en-US" altLang="zh-CN" sz="17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7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zh-CN" sz="17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7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𝜈</m:t>
                                      </m:r>
                                    </m:e>
                                    <m:sup>
                                      <m:r>
                                        <a:rPr lang="en-US" altLang="zh-CN" sz="17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altLang="zh-CN" sz="17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sub>
                                <m:sup>
                                  <m:r>
                                    <a:rPr lang="en-US" altLang="zh-CN" sz="17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p>
                              </m:sSubSup>
                              <m:r>
                                <a:rPr lang="en-US" altLang="zh-CN" sz="17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lang="en-US" altLang="zh-CN" sz="17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7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CN" sz="17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7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altLang="zh-CN" sz="17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17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  <m:sSub>
                                    <m:sSubPr>
                                      <m:ctrlPr>
                                        <a:rPr lang="en-US" altLang="zh-CN" sz="17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7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altLang="zh-CN" sz="17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  <m:r>
                                        <a:rPr lang="en-US" altLang="zh-CN" sz="17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17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7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altLang="zh-CN" sz="17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  <m:r>
                                        <a:rPr lang="en-US" altLang="zh-CN" sz="17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altLang="zh-CN" sz="17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  <m:sSub>
                                    <m:sSubPr>
                                      <m:ctrlPr>
                                        <a:rPr lang="en-US" altLang="zh-CN" sz="17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7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altLang="zh-CN" sz="17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en-US" altLang="zh-CN" sz="17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sz="17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7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ctrlPr>
                                    <a:rPr lang="en-US" altLang="zh-CN" sz="17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7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1700" dirty="0">
                  <a:solidFill>
                    <a:prstClr val="black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  <a:p>
                <a:pPr defTabSz="457200">
                  <a:defRPr/>
                </a:pPr>
                <a:r>
                  <a:rPr lang="en-US" altLang="zh-CN" sz="1700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					</a:t>
                </a:r>
                <a14:m>
                  <m:oMath xmlns:m="http://schemas.openxmlformats.org/officeDocument/2006/math">
                    <m:r>
                      <a:rPr lang="en-US" altLang="zh-CN" sz="17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1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7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sz="1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e>
                              <m:sub>
                                <m:r>
                                  <a:rPr lang="en-US" altLang="zh-CN" sz="1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𝛼𝜈</m:t>
                                </m:r>
                                <m:sSup>
                                  <m:sSupPr>
                                    <m:ctrlPr>
                                      <a:rPr lang="en-US" altLang="zh-CN" sz="17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7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p>
                                    <m:r>
                                      <a:rPr lang="en-US" altLang="zh-CN" sz="17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1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sz="17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sz="17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7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</m:d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altLang="zh-CN" sz="1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nary>
                      <m:naryPr>
                        <m:ctrlPr>
                          <a:rPr lang="en-US" altLang="zh-CN" sz="1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17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7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7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r>
                          <a:rPr lang="en-US" altLang="zh-CN" sz="1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en-US" altLang="zh-CN" sz="1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17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1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17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7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zh-CN" sz="17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7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</m:e>
                              <m:sup>
                                <m:sSub>
                                  <m:sSubPr>
                                    <m:ctrlPr>
                                      <a:rPr lang="en-US" altLang="zh-CN" sz="17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7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zh-CN" sz="17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sup>
                            </m:sSup>
                            <m:sSup>
                              <m:sSupPr>
                                <m:ctrlPr>
                                  <a:rPr lang="en-US" altLang="zh-CN" sz="1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1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altLang="zh-CN" sz="17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17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en-US" altLang="zh-CN" sz="17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𝛼𝜈</m:t>
                                    </m:r>
                                    <m:r>
                                      <a:rPr lang="en-US" altLang="zh-CN" sz="17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altLang="zh-CN" sz="17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7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d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zh-CN" sz="17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7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zh-CN" sz="17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7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altLang="zh-CN" sz="17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𝒰</m:t>
                            </m:r>
                            <m:d>
                              <m:dPr>
                                <m:ctrlPr>
                                  <a:rPr lang="en-US" altLang="zh-CN" sz="1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1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altLang="zh-CN" sz="1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</m:e>
                        </m:d>
                        <m:sSubSup>
                          <m:sSubSupPr>
                            <m:ctrlPr>
                              <a:rPr lang="en-US" altLang="zh-CN" sz="17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7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CN" sz="1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e>
                              <m:sup>
                                <m:r>
                                  <a:rPr lang="en-US" altLang="zh-CN" sz="1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sz="17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b>
                          <m:sup>
                            <m:r>
                              <a:rPr lang="en-US" altLang="zh-CN" sz="17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</m:sSubSup>
                        <m:r>
                          <a:rPr lang="en-US" altLang="zh-CN" sz="17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altLang="zh-CN" sz="17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7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1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  <m:sub>
                                <m:r>
                                  <a:rPr lang="en-US" altLang="zh-CN" sz="1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7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  <m:sSub>
                              <m:sSubPr>
                                <m:ctrlPr>
                                  <a:rPr lang="en-US" altLang="zh-CN" sz="1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  <m:sub>
                                <m:r>
                                  <a:rPr lang="en-US" altLang="zh-CN" sz="1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zh-CN" sz="1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1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  <m:sub>
                                <m:r>
                                  <a:rPr lang="en-US" altLang="zh-CN" sz="1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zh-CN" sz="1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zh-CN" sz="17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  <m:sSub>
                              <m:sSubPr>
                                <m:ctrlPr>
                                  <a:rPr lang="en-US" altLang="zh-CN" sz="1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  <m:sub>
                                <m:r>
                                  <a:rPr lang="en-US" altLang="zh-CN" sz="1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zh-CN" sz="1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b>
                          <m:sup>
                            <m:d>
                              <m:dPr>
                                <m:ctrlPr>
                                  <a:rPr lang="en-US" altLang="zh-CN" sz="1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7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d>
                          </m:sup>
                        </m:sSubSup>
                        <m:d>
                          <m:dPr>
                            <m:ctrlPr>
                              <a:rPr lang="en-US" altLang="zh-CN" sz="17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7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</m:e>
                    </m:nary>
                  </m:oMath>
                </a14:m>
                <a:endParaRPr lang="zh-CN" altLang="en-US" sz="1700" dirty="0">
                  <a:solidFill>
                    <a:prstClr val="black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AAE7985-CDBF-42F7-A652-E48ECFE5AF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699" y="3374303"/>
                <a:ext cx="9688602" cy="12191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6AC781F5-298E-4025-B703-8E21913B40CB}"/>
              </a:ext>
            </a:extLst>
          </p:cNvPr>
          <p:cNvSpPr txBox="1"/>
          <p:nvPr/>
        </p:nvSpPr>
        <p:spPr>
          <a:xfrm>
            <a:off x="1713157" y="1031596"/>
            <a:ext cx="53131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en-US" altLang="zh-CN" sz="2000" b="1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The approximate expression of the 1st-tier ADO </a:t>
            </a:r>
            <a:endParaRPr lang="zh-CN" altLang="en-US" sz="2000" b="1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559ABBE-CE30-4BAF-BBB2-FB9C7EE45194}"/>
                  </a:ext>
                </a:extLst>
              </p:cNvPr>
              <p:cNvSpPr/>
              <p:nvPr/>
            </p:nvSpPr>
            <p:spPr>
              <a:xfrm>
                <a:off x="1713156" y="1680411"/>
                <a:ext cx="8781058" cy="7963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4572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𝛼𝜈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≃−</m:t>
                      </m:r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nary>
                            <m:nary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𝛼𝜈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𝜈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</m:d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  <m:sSup>
                                    <m:sSup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ℒ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𝜈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sup>
                                  </m:sSubSup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en-US" altLang="zh-CN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Sup>
                                                <m:sSubSupPr>
                                                  <m:ctrlPr>
                                                    <a:rPr lang="en-US" altLang="zh-CN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altLang="zh-CN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𝐶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𝛼𝜈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en-US" altLang="zh-CN" i="1"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altLang="zh-CN" i="1"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𝜈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altLang="zh-CN" i="1"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p>
                                                  </m:sSup>
                                                </m:sub>
                                                <m:sup>
                                                  <m:d>
                                                    <m:dPr>
                                                      <m:ctrlPr>
                                                        <a:rPr lang="en-US" altLang="zh-CN" i="1"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acc>
                                                        <m:accPr>
                                                          <m:chr m:val="̅"/>
                                                          <m:ctrlPr>
                                                            <a:rPr lang="en-US" altLang="zh-CN" i="1">
                                                              <a:solidFill>
                                                                <a:prstClr val="black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accPr>
                                                        <m:e>
                                                          <m:r>
                                                            <a:rPr lang="en-US" altLang="zh-CN" i="1">
                                                              <a:solidFill>
                                                                <a:prstClr val="black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𝜎</m:t>
                                                          </m:r>
                                                        </m:e>
                                                      </m:acc>
                                                    </m:e>
                                                  </m:d>
                                                </m:sup>
                                              </m:sSubSup>
                                              <m:d>
                                                <m:dPr>
                                                  <m:ctrlPr>
                                                    <a:rPr lang="en-US" altLang="zh-CN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altLang="zh-CN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  <m:r>
                                                    <a:rPr lang="en-US" altLang="zh-CN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r>
                                                    <a:rPr lang="en-US" altLang="zh-CN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𝜏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†</m:t>
                                          </m:r>
                                        </m:sup>
                                      </m:sSup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ℒ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𝜈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nary>
                          <m:sSub>
                            <m:sSub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dirty="0">
                  <a:solidFill>
                    <a:prstClr val="black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559ABBE-CE30-4BAF-BBB2-FB9C7EE451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156" y="1680411"/>
                <a:ext cx="8781058" cy="7963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1F37332E-785A-4C98-855F-6914350E1860}"/>
              </a:ext>
            </a:extLst>
          </p:cNvPr>
          <p:cNvSpPr txBox="1"/>
          <p:nvPr/>
        </p:nvSpPr>
        <p:spPr>
          <a:xfrm>
            <a:off x="1713156" y="2725488"/>
            <a:ext cx="84206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2000" b="1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Apply the same SCBA approximation to (</a:t>
            </a:r>
            <a:r>
              <a:rPr lang="en-US" altLang="zh-CN" sz="2000" b="1" i="1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L</a:t>
            </a:r>
            <a:r>
              <a:rPr lang="en-US" altLang="zh-CN" sz="2000" b="1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+1)</a:t>
            </a:r>
            <a:r>
              <a:rPr lang="en-US" altLang="zh-CN" sz="2000" b="1" err="1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th</a:t>
            </a:r>
            <a:r>
              <a:rPr lang="en-US" altLang="zh-CN" sz="2000" b="1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-tier ADOs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89E73A8C-AE40-4EC7-8515-4B492057D012}"/>
                  </a:ext>
                </a:extLst>
              </p:cNvPr>
              <p:cNvSpPr/>
              <p:nvPr/>
            </p:nvSpPr>
            <p:spPr>
              <a:xfrm>
                <a:off x="4872524" y="5558264"/>
                <a:ext cx="2754216" cy="4615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4572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bSup>
                      <m:sSup>
                        <m:sSup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Sup>
                        <m:sSubSup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bSup>
                      <m:sSup>
                        <m:sSup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zh-CN" altLang="en-US" dirty="0">
                  <a:solidFill>
                    <a:prstClr val="black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89E73A8C-AE40-4EC7-8515-4B492057D0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2524" y="5558264"/>
                <a:ext cx="2754216" cy="4615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7C48B15-0F29-45D9-B675-F3E49EC13BEF}"/>
                  </a:ext>
                </a:extLst>
              </p:cNvPr>
              <p:cNvSpPr txBox="1"/>
              <p:nvPr/>
            </p:nvSpPr>
            <p:spPr>
              <a:xfrm>
                <a:off x="1713157" y="4813656"/>
                <a:ext cx="8367397" cy="495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457200">
                  <a:defRPr/>
                </a:pPr>
                <a:r>
                  <a:rPr lang="en-US" altLang="zh-CN" sz="2000" b="1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𝛼𝜈</m:t>
                        </m:r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n-US" altLang="zh-CN" sz="2000" b="1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,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𝛼𝜈</m:t>
                        </m:r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d>
                          <m:dPr>
                            <m:ctrlPr>
                              <a:rPr lang="en-US" altLang="zh-CN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altLang="zh-CN" sz="2000" b="1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 represents the fastest mode. Further assume</a:t>
                </a:r>
                <a:endParaRPr lang="zh-CN" altLang="en-US" sz="2000" dirty="0">
                  <a:solidFill>
                    <a:srgbClr val="FF0000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7C48B15-0F29-45D9-B675-F3E49EC13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157" y="4813656"/>
                <a:ext cx="8367397" cy="495905"/>
              </a:xfrm>
              <a:prstGeom prst="rect">
                <a:avLst/>
              </a:prstGeom>
              <a:blipFill>
                <a:blip r:embed="rId5"/>
                <a:stretch>
                  <a:fillRect l="-728" b="-160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2014796" y="130315"/>
            <a:ext cx="816242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3600" b="1">
                <a:solidFill>
                  <a:srgbClr val="800080"/>
                </a:solidFill>
                <a:latin typeface="Calibri" pitchFamily="34" charset="0"/>
                <a:cs typeface="Calibri" pitchFamily="34" charset="0"/>
              </a:rPr>
              <a:t>A new truncation scheme: Adiabatic SCBA</a:t>
            </a:r>
          </a:p>
        </p:txBody>
      </p:sp>
    </p:spTree>
    <p:extLst>
      <p:ext uri="{BB962C8B-B14F-4D97-AF65-F5344CB8AC3E}">
        <p14:creationId xmlns:p14="http://schemas.microsoft.com/office/powerpoint/2010/main" val="639168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C6828D7D-C26B-4049-A57F-EC93A6DCC71E}"/>
                  </a:ext>
                </a:extLst>
              </p:cNvPr>
              <p:cNvSpPr/>
              <p:nvPr/>
            </p:nvSpPr>
            <p:spPr>
              <a:xfrm>
                <a:off x="2436079" y="1468703"/>
                <a:ext cx="7418593" cy="9221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defTabSz="4572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zh-CN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e>
                            <m:sup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sup>
                          </m:sSup>
                          <m:sSup>
                            <m:sSup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𝛼𝜈</m:t>
                                  </m:r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ctrlP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𝒰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nary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f>
                                        <m:fPr>
                                          <m:ctrlP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𝜕𝜔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𝒰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𝛼𝜈</m:t>
                              </m:r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d>
                            </m:sup>
                          </m:sSubSup>
                        </m:sub>
                      </m:sSub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𝒲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prstClr val="black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C6828D7D-C26B-4049-A57F-EC93A6DCC7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079" y="1468703"/>
                <a:ext cx="7418593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9B32009D-585B-4CE1-8B06-9C6BE18093E9}"/>
              </a:ext>
            </a:extLst>
          </p:cNvPr>
          <p:cNvSpPr txBox="1"/>
          <p:nvPr/>
        </p:nvSpPr>
        <p:spPr>
          <a:xfrm>
            <a:off x="1766449" y="990600"/>
            <a:ext cx="53201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2000" b="1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Using the Laplace transformation, we have</a:t>
            </a:r>
            <a:endParaRPr lang="zh-CN" altLang="en-US" sz="2000" b="1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A87F153A-F2A2-4153-AF14-A626DBC738F7}"/>
                  </a:ext>
                </a:extLst>
              </p:cNvPr>
              <p:cNvSpPr/>
              <p:nvPr/>
            </p:nvSpPr>
            <p:spPr>
              <a:xfrm>
                <a:off x="4877591" y="2814657"/>
                <a:ext cx="2535566" cy="6581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defTabSz="4572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𝒰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>
                  <a:solidFill>
                    <a:prstClr val="black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A87F153A-F2A2-4153-AF14-A626DBC738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7591" y="2814657"/>
                <a:ext cx="2535566" cy="6581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3CFA55F5-96CA-43E0-84E4-5B3781FFC156}"/>
              </a:ext>
            </a:extLst>
          </p:cNvPr>
          <p:cNvSpPr txBox="1"/>
          <p:nvPr/>
        </p:nvSpPr>
        <p:spPr>
          <a:xfrm>
            <a:off x="1766449" y="2468872"/>
            <a:ext cx="8155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2000" b="1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with</a:t>
            </a:r>
            <a:endParaRPr lang="zh-CN" altLang="en-US" sz="2000" b="1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8CBA534-C6DB-4226-AD95-ABF222C665DD}"/>
              </a:ext>
            </a:extLst>
          </p:cNvPr>
          <p:cNvSpPr txBox="1"/>
          <p:nvPr/>
        </p:nvSpPr>
        <p:spPr>
          <a:xfrm>
            <a:off x="1766448" y="4963971"/>
            <a:ext cx="67428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en-US" altLang="zh-CN" sz="2000" b="1">
                <a:solidFill>
                  <a:srgbClr val="006600"/>
                </a:solidFill>
                <a:latin typeface="Calibri" panose="020F0502020204030204"/>
                <a:ea typeface="等线" panose="02010600030101010101" pitchFamily="2" charset="-122"/>
              </a:rPr>
              <a:t>The new truncation scheme is finally formulated as (HEOM-A)</a:t>
            </a:r>
            <a:endParaRPr lang="zh-CN" altLang="en-US" sz="2000" b="1">
              <a:solidFill>
                <a:srgbClr val="006600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A10CF00-6912-4A64-BBA5-95CD54AA824B}"/>
                  </a:ext>
                </a:extLst>
              </p:cNvPr>
              <p:cNvSpPr txBox="1"/>
              <p:nvPr/>
            </p:nvSpPr>
            <p:spPr>
              <a:xfrm>
                <a:off x="1954374" y="3593369"/>
                <a:ext cx="8382000" cy="13040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4572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d>
                            <m:dPr>
                              <m:begChr m:val="{"/>
                              <m:endChr m:val=""/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𝜈𝜎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𝛼𝜈</m:t>
                                  </m:r>
                                  <m:sSup>
                                    <m:sSup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𝜈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ctrlP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ℒ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𝜈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p>
                              </m:sSubSup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𝜈𝜎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𝛼𝜈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altLang="zh-CN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𝜈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altLang="zh-CN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altLang="zh-CN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altLang="zh-CN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𝜎</m:t>
                                                  </m:r>
                                                </m:e>
                                              </m:acc>
                                            </m:e>
                                          </m:d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ℒ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𝜈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>
                  <a:solidFill>
                    <a:prstClr val="black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  <a:p>
                <a:pPr defTabSz="457200">
                  <a:defRPr/>
                </a:pPr>
                <a:r>
                  <a:rPr lang="en-US" altLang="zh-CN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					      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}"/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𝜈𝜎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𝛼𝜈</m:t>
                            </m:r>
                            <m:sSup>
                              <m:sSupPr>
                                <m:ctrlP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e>
                              <m:sup>
                                <m: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</m:d>
                          </m:sup>
                        </m:sSubSup>
                        <m:d>
                          <m:d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ℒ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</m:e>
                        </m:d>
                        <m:sSubSup>
                          <m:sSubSup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e>
                              <m:sup>
                                <m: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p>
                        </m:sSubSup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𝜈𝜎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</m:sSubSup>
                        <m:sSup>
                          <m:sSup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CN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𝛼𝜈</m:t>
                                    </m:r>
                                    <m:sSup>
                                      <m:sSupPr>
                                        <m:ctrlPr>
                                          <a:rPr lang="en-US" altLang="zh-CN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𝜈</m:t>
                                        </m:r>
                                      </m:e>
                                      <m:sup>
                                        <m:r>
                                          <a:rPr lang="en-US" altLang="zh-CN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altLang="zh-CN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zh-CN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zh-CN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lang="en-US" altLang="zh-CN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ℒ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e>
                              <m:sup>
                                <m: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</m:sSubSup>
                      </m:e>
                    </m:d>
                  </m:oMath>
                </a14:m>
                <a:endParaRPr lang="zh-CN" altLang="en-US">
                  <a:solidFill>
                    <a:prstClr val="black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A10CF00-6912-4A64-BBA5-95CD54AA8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4374" y="3593369"/>
                <a:ext cx="8382000" cy="13040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134B9BC-B37B-4600-82B6-FE28FCF94CCA}"/>
                  </a:ext>
                </a:extLst>
              </p:cNvPr>
              <p:cNvSpPr txBox="1"/>
              <p:nvPr/>
            </p:nvSpPr>
            <p:spPr>
              <a:xfrm>
                <a:off x="2493270" y="5484600"/>
                <a:ext cx="7304208" cy="11448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4572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≃−</m:t>
                      </m:r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𝛼𝜈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d>
                            </m:sup>
                          </m:sSubSup>
                          <m:sSub>
                            <m:sSub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𝒲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𝜈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ctrlP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nary>
                      <m:r>
                        <m:rPr>
                          <m:nor/>
                        </m:rPr>
                        <a:rPr lang="en-US" altLang="zh-CN" dirty="0">
                          <a:solidFill>
                            <a:prstClr val="black"/>
                          </a:solidFill>
                          <a:latin typeface="Calibri" panose="020F0502020204030204"/>
                          <a:ea typeface="等线" panose="02010600030101010101" pitchFamily="2" charset="-122"/>
                        </a:rPr>
                        <m:t>					</m:t>
                      </m:r>
                    </m:oMath>
                  </m:oMathPara>
                </a14:m>
                <a:endParaRPr lang="en-US" altLang="zh-CN">
                  <a:solidFill>
                    <a:prstClr val="black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  <a:p>
                <a:pPr defTabSz="457200">
                  <a:defRPr/>
                </a:pPr>
                <a:r>
                  <a:rPr lang="en-US" altLang="zh-CN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							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𝛼𝜈</m:t>
                                </m:r>
                                <m:sSup>
                                  <m:sSupPr>
                                    <m:ctrlPr>
                                      <a:rPr lang="en-US" altLang="zh-CN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</m:d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b>
                      <m:sSub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𝒲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e>
                              <m:sup>
                                <m: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b>
                          <m:sup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d>
                          </m:sup>
                        </m:sSubSup>
                        <m:d>
                          <m:d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zh-CN" altLang="en-US">
                  <a:solidFill>
                    <a:prstClr val="black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134B9BC-B37B-4600-82B6-FE28FCF94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270" y="5484600"/>
                <a:ext cx="7304208" cy="11448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2014796" y="130315"/>
            <a:ext cx="816242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3600" b="1">
                <a:solidFill>
                  <a:srgbClr val="800080"/>
                </a:solidFill>
                <a:latin typeface="Calibri" pitchFamily="34" charset="0"/>
                <a:cs typeface="Calibri" pitchFamily="34" charset="0"/>
              </a:rPr>
              <a:t>A new truncation scheme: Adiabatic SCBA</a:t>
            </a:r>
          </a:p>
        </p:txBody>
      </p:sp>
    </p:spTree>
    <p:extLst>
      <p:ext uri="{BB962C8B-B14F-4D97-AF65-F5344CB8AC3E}">
        <p14:creationId xmlns:p14="http://schemas.microsoft.com/office/powerpoint/2010/main" val="7267175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C333C-AE5F-42B0-BE66-D9D054610EF1}" type="slidenum">
              <a:rPr lang="en-US" altLang="zh-CN" smtClean="0"/>
              <a:pPr/>
              <a:t>20</a:t>
            </a:fld>
            <a:endParaRPr lang="en-US" altLang="zh-CN"/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52975" y="3408363"/>
            <a:ext cx="166688" cy="4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86263" y="3986213"/>
            <a:ext cx="166688" cy="4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53025" y="3986213"/>
            <a:ext cx="166688" cy="4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86213" y="4552951"/>
            <a:ext cx="166688" cy="4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86313" y="4552951"/>
            <a:ext cx="166688" cy="4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3075" y="4552951"/>
            <a:ext cx="166688" cy="4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1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19488" y="5119688"/>
            <a:ext cx="166688" cy="4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1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52925" y="5119688"/>
            <a:ext cx="166688" cy="4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1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86363" y="5119688"/>
            <a:ext cx="166688" cy="4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" name="Picture 1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53125" y="5119688"/>
            <a:ext cx="166688" cy="4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9" name="Rectangle 3"/>
          <p:cNvSpPr txBox="1">
            <a:spLocks noChangeArrowheads="1"/>
          </p:cNvSpPr>
          <p:nvPr/>
        </p:nvSpPr>
        <p:spPr>
          <a:xfrm>
            <a:off x="1612900" y="115889"/>
            <a:ext cx="8966200" cy="659321"/>
          </a:xfrm>
          <a:prstGeom prst="rect">
            <a:avLst/>
          </a:prstGeom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4000" kern="0" dirty="0">
              <a:solidFill>
                <a:srgbClr val="0070C0"/>
              </a:solidFill>
              <a:latin typeface="方正黑体简体" panose="03000509000000000000" pitchFamily="65" charset="-122"/>
              <a:ea typeface="方正黑体简体" panose="03000509000000000000" pitchFamily="65" charset="-122"/>
              <a:cs typeface="Calibri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5A7BFC4-3247-ADB6-90CD-FAA483C330E3}"/>
              </a:ext>
            </a:extLst>
          </p:cNvPr>
          <p:cNvSpPr txBox="1"/>
          <p:nvPr/>
        </p:nvSpPr>
        <p:spPr>
          <a:xfrm>
            <a:off x="2032984" y="1150410"/>
            <a:ext cx="5314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低温环境下的强关联复杂体系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2654263D-C420-46FD-354E-AFF83079F848}"/>
                  </a:ext>
                </a:extLst>
              </p:cNvPr>
              <p:cNvSpPr/>
              <p:nvPr/>
            </p:nvSpPr>
            <p:spPr>
              <a:xfrm>
                <a:off x="7485993" y="1926662"/>
                <a:ext cx="2152068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2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altLang="zh-CN" sz="2200" b="1" i="1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sz="2200" b="1" dirty="0"/>
                  <a:t>: </a:t>
                </a:r>
                <a:r>
                  <a:rPr lang="zh-CN" altLang="en-US" sz="2200" b="1" dirty="0"/>
                  <a:t>低温环境</a:t>
                </a:r>
                <a:endParaRPr lang="zh-CN" altLang="en-US" sz="2200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2654263D-C420-46FD-354E-AFF83079F8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5993" y="1926662"/>
                <a:ext cx="2152068" cy="430887"/>
              </a:xfrm>
              <a:prstGeom prst="rect">
                <a:avLst/>
              </a:prstGeom>
              <a:blipFill>
                <a:blip r:embed="rId4"/>
                <a:stretch>
                  <a:fillRect l="-283" t="-8451" b="-295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B9916695-4C31-662E-A912-93C9734844C4}"/>
                  </a:ext>
                </a:extLst>
              </p:cNvPr>
              <p:cNvSpPr/>
              <p:nvPr/>
            </p:nvSpPr>
            <p:spPr>
              <a:xfrm>
                <a:off x="7485994" y="5285125"/>
                <a:ext cx="2956991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2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altLang="zh-CN" sz="2200" b="1" i="1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sz="2200" b="1" dirty="0"/>
                  <a:t>: </a:t>
                </a:r>
                <a:r>
                  <a:rPr lang="zh-CN" altLang="en-US" sz="2200" b="1" dirty="0"/>
                  <a:t>多自由度复杂体系</a:t>
                </a:r>
                <a:endParaRPr lang="zh-CN" altLang="en-US" sz="2200" dirty="0"/>
              </a:p>
            </p:txBody>
          </p:sp>
        </mc:Choice>
        <mc:Fallback xmlns="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B9916695-4C31-662E-A912-93C9734844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5994" y="5285125"/>
                <a:ext cx="2956991" cy="430887"/>
              </a:xfrm>
              <a:prstGeom prst="rect">
                <a:avLst/>
              </a:prstGeom>
              <a:blipFill>
                <a:blip r:embed="rId5"/>
                <a:stretch>
                  <a:fillRect l="-206" t="-8451" b="-28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图片 24">
            <a:extLst>
              <a:ext uri="{FF2B5EF4-FFF2-40B4-BE49-F238E27FC236}">
                <a16:creationId xmlns:a16="http://schemas.microsoft.com/office/drawing/2014/main" id="{DC18A70F-2A66-9C75-A9C4-2FB95949F0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0271" y="2018022"/>
            <a:ext cx="5461128" cy="399185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4BBAF96-5FC5-BE62-D302-318AF439B0E2}"/>
              </a:ext>
            </a:extLst>
          </p:cNvPr>
          <p:cNvSpPr txBox="1"/>
          <p:nvPr/>
        </p:nvSpPr>
        <p:spPr>
          <a:xfrm>
            <a:off x="2426494" y="365126"/>
            <a:ext cx="73390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费米型级联运动方程面临的挑战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4C37BBD7-0DEC-4CDC-D49C-FF1C018013E0}"/>
                  </a:ext>
                </a:extLst>
              </p:cNvPr>
              <p:cNvSpPr txBox="1"/>
              <p:nvPr/>
            </p:nvSpPr>
            <p:spPr>
              <a:xfrm>
                <a:off x="8182129" y="5763234"/>
                <a:ext cx="1574982" cy="3847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9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𝑁</m:t>
                      </m:r>
                      <m:r>
                        <a:rPr lang="en-US" altLang="zh-CN" sz="19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19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9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9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altLang="zh-CN" sz="19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9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sz="19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altLang="zh-CN" sz="19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9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19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𝑣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zh-CN" altLang="en-US" sz="1900" b="1" dirty="0" err="1">
                  <a:solidFill>
                    <a:srgbClr val="C00000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4C37BBD7-0DEC-4CDC-D49C-FF1C018013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2129" y="5763234"/>
                <a:ext cx="1574982" cy="3847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5548E93-3280-6714-4568-8E0E1C1FA06F}"/>
                  </a:ext>
                </a:extLst>
              </p:cNvPr>
              <p:cNvSpPr txBox="1"/>
              <p:nvPr/>
            </p:nvSpPr>
            <p:spPr>
              <a:xfrm>
                <a:off x="8069179" y="6225351"/>
                <a:ext cx="2152068" cy="3847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900" b="1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9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9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sz="19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𝑁</m:t>
                        </m:r>
                      </m:e>
                      <m:sub>
                        <m:r>
                          <a:rPr lang="en-US" altLang="zh-CN" sz="19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zh-CN" altLang="en-US" sz="1900" b="1" dirty="0">
                    <a:solidFill>
                      <a:srgbClr val="C0000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指数</a:t>
                </a:r>
                <a:r>
                  <a:rPr lang="zh-CN" altLang="en-US" sz="1900" b="1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增长</a:t>
                </a:r>
                <a:endParaRPr lang="zh-CN" altLang="en-US" sz="19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5548E93-3280-6714-4568-8E0E1C1FA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9179" y="6225351"/>
                <a:ext cx="2152068" cy="384721"/>
              </a:xfrm>
              <a:prstGeom prst="rect">
                <a:avLst/>
              </a:prstGeom>
              <a:blipFill>
                <a:blip r:embed="rId8"/>
                <a:stretch>
                  <a:fillRect l="-2833" t="-7937" b="-269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C75C77B1-454E-48BA-9AA7-E4C85E8854CF}"/>
                  </a:ext>
                </a:extLst>
              </p:cNvPr>
              <p:cNvSpPr txBox="1"/>
              <p:nvPr/>
            </p:nvSpPr>
            <p:spPr>
              <a:xfrm>
                <a:off x="7543699" y="2547477"/>
                <a:ext cx="2662204" cy="3847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9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𝐶</m:t>
                    </m:r>
                    <m:d>
                      <m:dPr>
                        <m:ctrlPr>
                          <a:rPr lang="en-US" altLang="zh-CN" sz="19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9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1900" b="1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 的</a:t>
                </a:r>
                <a:r>
                  <a:rPr lang="zh-CN" altLang="en-US" sz="1900" b="1" dirty="0">
                    <a:solidFill>
                      <a:srgbClr val="C0000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长时间</a:t>
                </a:r>
                <a:r>
                  <a:rPr lang="zh-CN" altLang="en-US" sz="1900" b="1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缓慢衰减</a:t>
                </a: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C75C77B1-454E-48BA-9AA7-E4C85E885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699" y="2547477"/>
                <a:ext cx="2662204" cy="384721"/>
              </a:xfrm>
              <a:prstGeom prst="rect">
                <a:avLst/>
              </a:prstGeom>
              <a:blipFill>
                <a:blip r:embed="rId9"/>
                <a:stretch>
                  <a:fillRect t="-7937" r="-2059" b="-269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C1E7581-F96D-4A75-E613-063A8E4CB37E}"/>
                  </a:ext>
                </a:extLst>
              </p:cNvPr>
              <p:cNvSpPr/>
              <p:nvPr/>
            </p:nvSpPr>
            <p:spPr>
              <a:xfrm>
                <a:off x="7485994" y="3727716"/>
                <a:ext cx="2956991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2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en-US" altLang="zh-CN" sz="2200" b="1" i="1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sz="2200" b="1" dirty="0"/>
                  <a:t>: </a:t>
                </a:r>
                <a:r>
                  <a:rPr lang="zh-CN" altLang="en-US" sz="2200" b="1" dirty="0"/>
                  <a:t>强电子关联效应</a:t>
                </a:r>
                <a:endParaRPr lang="zh-CN" altLang="en-US" sz="22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C1E7581-F96D-4A75-E613-063A8E4CB3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5994" y="3727716"/>
                <a:ext cx="2956991" cy="430887"/>
              </a:xfrm>
              <a:prstGeom prst="rect">
                <a:avLst/>
              </a:prstGeom>
              <a:blipFill>
                <a:blip r:embed="rId10"/>
                <a:stretch>
                  <a:fillRect l="-206" t="-8571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536B292E-421E-1C51-9550-4F0A12B1DDBF}"/>
                  </a:ext>
                </a:extLst>
              </p:cNvPr>
              <p:cNvSpPr txBox="1"/>
              <p:nvPr/>
            </p:nvSpPr>
            <p:spPr>
              <a:xfrm>
                <a:off x="7640012" y="4235999"/>
                <a:ext cx="2413033" cy="3847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900" b="1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高阶 </a:t>
                </a:r>
                <a14:m>
                  <m:oMath xmlns:m="http://schemas.openxmlformats.org/officeDocument/2006/math">
                    <m:r>
                      <a:rPr lang="en-US" altLang="zh-CN" sz="190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𝐿</m:t>
                    </m:r>
                  </m:oMath>
                </a14:m>
                <a:r>
                  <a:rPr lang="zh-CN" altLang="en-US" sz="1900" b="1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 描述多体效应</a:t>
                </a: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536B292E-421E-1C51-9550-4F0A12B1D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0012" y="4235999"/>
                <a:ext cx="2413033" cy="384721"/>
              </a:xfrm>
              <a:prstGeom prst="rect">
                <a:avLst/>
              </a:prstGeom>
              <a:blipFill>
                <a:blip r:embed="rId11"/>
                <a:stretch>
                  <a:fillRect l="-2020" t="-7937" r="-2020" b="-269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>
            <a:extLst>
              <a:ext uri="{FF2B5EF4-FFF2-40B4-BE49-F238E27FC236}">
                <a16:creationId xmlns:a16="http://schemas.microsoft.com/office/drawing/2014/main" id="{CB2146A8-03F6-A5CB-1B78-DC593E494996}"/>
              </a:ext>
            </a:extLst>
          </p:cNvPr>
          <p:cNvSpPr/>
          <p:nvPr/>
        </p:nvSpPr>
        <p:spPr>
          <a:xfrm>
            <a:off x="7524449" y="5182945"/>
            <a:ext cx="2748780" cy="1545296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ECA06EC-DD5C-9684-399E-B64FAA215D10}"/>
              </a:ext>
            </a:extLst>
          </p:cNvPr>
          <p:cNvSpPr txBox="1"/>
          <p:nvPr/>
        </p:nvSpPr>
        <p:spPr>
          <a:xfrm>
            <a:off x="6071661" y="5892606"/>
            <a:ext cx="13708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“指数墙”</a:t>
            </a:r>
          </a:p>
        </p:txBody>
      </p:sp>
    </p:spTree>
    <p:extLst>
      <p:ext uri="{BB962C8B-B14F-4D97-AF65-F5344CB8AC3E}">
        <p14:creationId xmlns:p14="http://schemas.microsoft.com/office/powerpoint/2010/main" val="36949002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5CF9FB2-9DFD-1429-987E-3C60BC740DC5}"/>
              </a:ext>
            </a:extLst>
          </p:cNvPr>
          <p:cNvSpPr txBox="1"/>
          <p:nvPr/>
        </p:nvSpPr>
        <p:spPr>
          <a:xfrm>
            <a:off x="2426494" y="365126"/>
            <a:ext cx="73390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压缩复杂体系自由度的方法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BF77B5F-7982-5F31-D145-22EC2971E9CB}"/>
              </a:ext>
            </a:extLst>
          </p:cNvPr>
          <p:cNvSpPr txBox="1"/>
          <p:nvPr/>
        </p:nvSpPr>
        <p:spPr>
          <a:xfrm>
            <a:off x="2003859" y="1121813"/>
            <a:ext cx="45961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子空间级联运动方程方法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3EF57CC-0775-C716-D552-C8CDF8BD2C6A}"/>
              </a:ext>
            </a:extLst>
          </p:cNvPr>
          <p:cNvGrpSpPr/>
          <p:nvPr/>
        </p:nvGrpSpPr>
        <p:grpSpPr>
          <a:xfrm>
            <a:off x="2426494" y="1876234"/>
            <a:ext cx="4435728" cy="4074563"/>
            <a:chOff x="479859" y="1752275"/>
            <a:chExt cx="4396447" cy="407702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C94A690-5EC8-ECE4-1DF5-916F75B039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 l="1249" r="1648"/>
            <a:stretch>
              <a:fillRect/>
            </a:stretch>
          </p:blipFill>
          <p:spPr bwMode="auto">
            <a:xfrm>
              <a:off x="479859" y="2228850"/>
              <a:ext cx="4396447" cy="3600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9FDEC5E-CF3C-3A11-FE01-69B3398F229D}"/>
                </a:ext>
              </a:extLst>
            </p:cNvPr>
            <p:cNvSpPr txBox="1"/>
            <p:nvPr/>
          </p:nvSpPr>
          <p:spPr>
            <a:xfrm>
              <a:off x="2223926" y="1752275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C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本征能级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500C8AD6-6E0D-3C48-53C7-BD58ADE31F14}"/>
                    </a:ext>
                  </a:extLst>
                </p:cNvPr>
                <p:cNvSpPr txBox="1"/>
                <p:nvPr/>
              </p:nvSpPr>
              <p:spPr>
                <a:xfrm>
                  <a:off x="2642352" y="5057775"/>
                  <a:ext cx="335541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 err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500C8AD6-6E0D-3C48-53C7-BD58ADE31F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2352" y="5057775"/>
                  <a:ext cx="335541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25455" b="-1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0D612CCC-832D-514C-E14F-9535FA7F03A1}"/>
                    </a:ext>
                  </a:extLst>
                </p:cNvPr>
                <p:cNvSpPr txBox="1"/>
                <p:nvPr/>
              </p:nvSpPr>
              <p:spPr>
                <a:xfrm>
                  <a:off x="2642352" y="4642755"/>
                  <a:ext cx="335541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 err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0D612CCC-832D-514C-E14F-9535FA7F03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2352" y="4642755"/>
                  <a:ext cx="335541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27273" b="-1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E3B819B5-F38E-DA69-66E9-6A250F40BB32}"/>
                    </a:ext>
                  </a:extLst>
                </p:cNvPr>
                <p:cNvSpPr txBox="1"/>
                <p:nvPr/>
              </p:nvSpPr>
              <p:spPr>
                <a:xfrm>
                  <a:off x="2642352" y="4217107"/>
                  <a:ext cx="335541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 err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E3B819B5-F38E-DA69-66E9-6A250F40BB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2352" y="4217107"/>
                  <a:ext cx="335541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27273" b="-1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A43E1DD-5A59-7DA4-B3D8-92CB6CE1DF96}"/>
                    </a:ext>
                  </a:extLst>
                </p:cNvPr>
                <p:cNvSpPr txBox="1"/>
                <p:nvPr/>
              </p:nvSpPr>
              <p:spPr>
                <a:xfrm>
                  <a:off x="2469840" y="2199592"/>
                  <a:ext cx="680564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 err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A43E1DD-5A59-7DA4-B3D8-92CB6CE1DF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9840" y="2199592"/>
                  <a:ext cx="680564" cy="307777"/>
                </a:xfrm>
                <a:prstGeom prst="rect">
                  <a:avLst/>
                </a:prstGeom>
                <a:blipFill>
                  <a:blip r:embed="rId7"/>
                  <a:stretch>
                    <a:fillRect b="-176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FB1BD6E4-B9DA-37F0-D5BA-B3E6976E8B54}"/>
                    </a:ext>
                  </a:extLst>
                </p:cNvPr>
                <p:cNvSpPr txBox="1"/>
                <p:nvPr/>
              </p:nvSpPr>
              <p:spPr>
                <a:xfrm>
                  <a:off x="2469840" y="2621983"/>
                  <a:ext cx="680564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𝑁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 err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FB1BD6E4-B9DA-37F0-D5BA-B3E6976E8B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9840" y="2621983"/>
                  <a:ext cx="680564" cy="307777"/>
                </a:xfrm>
                <a:prstGeom prst="rect">
                  <a:avLst/>
                </a:prstGeom>
                <a:blipFill>
                  <a:blip r:embed="rId8"/>
                  <a:stretch>
                    <a:fillRect l="-7080" b="-176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AD943103-5518-E87A-B6B3-2F508B25F9DC}"/>
                    </a:ext>
                  </a:extLst>
                </p:cNvPr>
                <p:cNvSpPr txBox="1"/>
                <p:nvPr/>
              </p:nvSpPr>
              <p:spPr>
                <a:xfrm>
                  <a:off x="2469840" y="3075139"/>
                  <a:ext cx="680564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𝑁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 err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AD943103-5518-E87A-B6B3-2F508B25F9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9840" y="3075139"/>
                  <a:ext cx="680564" cy="307777"/>
                </a:xfrm>
                <a:prstGeom prst="rect">
                  <a:avLst/>
                </a:prstGeom>
                <a:blipFill>
                  <a:blip r:embed="rId9"/>
                  <a:stretch>
                    <a:fillRect l="-7080" b="-1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7879D890-2584-A8E0-9C81-6C16EFAC0AD5}"/>
              </a:ext>
            </a:extLst>
          </p:cNvPr>
          <p:cNvSpPr txBox="1"/>
          <p:nvPr/>
        </p:nvSpPr>
        <p:spPr>
          <a:xfrm>
            <a:off x="3556730" y="6096088"/>
            <a:ext cx="24416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2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体系本征能级分布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DBD2950-8DE1-3797-628C-7A8CF28CDF3B}"/>
              </a:ext>
            </a:extLst>
          </p:cNvPr>
          <p:cNvSpPr txBox="1"/>
          <p:nvPr/>
        </p:nvSpPr>
        <p:spPr>
          <a:xfrm>
            <a:off x="7378268" y="1789729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030A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本征能级数目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B4939982-A447-B56D-A0D6-7527AE91AF55}"/>
                  </a:ext>
                </a:extLst>
              </p:cNvPr>
              <p:cNvSpPr txBox="1"/>
              <p:nvPr/>
            </p:nvSpPr>
            <p:spPr>
              <a:xfrm>
                <a:off x="7510584" y="2438511"/>
                <a:ext cx="18342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5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𝑁</m:t>
                      </m:r>
                      <m:r>
                        <a:rPr lang="en-US" altLang="zh-CN" sz="25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5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5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5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altLang="zh-CN" sz="25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5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sz="25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altLang="zh-CN" sz="25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5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5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𝑣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zh-CN" altLang="en-US" sz="2500" dirty="0" err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B4939982-A447-B56D-A0D6-7527AE91A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0584" y="2438511"/>
                <a:ext cx="1834220" cy="384721"/>
              </a:xfrm>
              <a:prstGeom prst="rect">
                <a:avLst/>
              </a:prstGeom>
              <a:blipFill>
                <a:blip r:embed="rId10"/>
                <a:stretch>
                  <a:fillRect l="-5648" b="-126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文本框 48">
            <a:extLst>
              <a:ext uri="{FF2B5EF4-FFF2-40B4-BE49-F238E27FC236}">
                <a16:creationId xmlns:a16="http://schemas.microsoft.com/office/drawing/2014/main" id="{63C2B61F-F6EF-C604-949C-95925E030FF8}"/>
              </a:ext>
            </a:extLst>
          </p:cNvPr>
          <p:cNvSpPr txBox="1"/>
          <p:nvPr/>
        </p:nvSpPr>
        <p:spPr>
          <a:xfrm>
            <a:off x="6665570" y="3101367"/>
            <a:ext cx="35242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b="1" dirty="0">
                <a:solidFill>
                  <a:srgbClr val="7030A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对于双能级自旋体系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1401B527-3A8E-BCC3-EB6D-34EC7DEC1B4C}"/>
                  </a:ext>
                </a:extLst>
              </p:cNvPr>
              <p:cNvSpPr txBox="1"/>
              <p:nvPr/>
            </p:nvSpPr>
            <p:spPr>
              <a:xfrm>
                <a:off x="7128661" y="4339578"/>
                <a:ext cx="266791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5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𝑁</m:t>
                      </m:r>
                      <m:r>
                        <a:rPr lang="en-US" altLang="zh-CN" sz="25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5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5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5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2×2</m:t>
                              </m:r>
                            </m:e>
                          </m:d>
                        </m:e>
                        <m:sup>
                          <m:r>
                            <a:rPr lang="en-US" altLang="zh-CN" sz="25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25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=16</m:t>
                      </m:r>
                    </m:oMath>
                  </m:oMathPara>
                </a14:m>
                <a:endParaRPr lang="zh-CN" altLang="en-US" sz="2500" dirty="0" err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1401B527-3A8E-BCC3-EB6D-34EC7DEC1B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661" y="4339578"/>
                <a:ext cx="2667910" cy="384721"/>
              </a:xfrm>
              <a:prstGeom prst="rect">
                <a:avLst/>
              </a:prstGeom>
              <a:blipFill>
                <a:blip r:embed="rId11"/>
                <a:stretch>
                  <a:fillRect l="-3425" r="-228" b="-79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3A830D6F-684C-EC25-702B-99495EB5537A}"/>
                  </a:ext>
                </a:extLst>
              </p:cNvPr>
              <p:cNvSpPr txBox="1"/>
              <p:nvPr/>
            </p:nvSpPr>
            <p:spPr>
              <a:xfrm>
                <a:off x="7342584" y="3696092"/>
                <a:ext cx="210269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5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5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5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</m:sub>
                      </m:sSub>
                      <m:r>
                        <a:rPr lang="en-US" altLang="zh-CN" sz="25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=2,</m:t>
                      </m:r>
                      <m:sSub>
                        <m:sSubPr>
                          <m:ctrlPr>
                            <a:rPr lang="en-US" altLang="zh-CN" sz="25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5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5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sub>
                      </m:sSub>
                      <m:r>
                        <a:rPr lang="en-US" altLang="zh-CN" sz="25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=2</m:t>
                      </m:r>
                    </m:oMath>
                  </m:oMathPara>
                </a14:m>
                <a:endParaRPr lang="zh-CN" altLang="en-US" sz="2500" dirty="0" err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3A830D6F-684C-EC25-702B-99495EB55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2584" y="3696092"/>
                <a:ext cx="2102692" cy="384721"/>
              </a:xfrm>
              <a:prstGeom prst="rect">
                <a:avLst/>
              </a:prstGeom>
              <a:blipFill>
                <a:blip r:embed="rId12"/>
                <a:stretch>
                  <a:fillRect l="-4638" r="-580" b="-126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95EF15E8-E7F8-DFA1-A681-9B0623668445}"/>
                  </a:ext>
                </a:extLst>
              </p:cNvPr>
              <p:cNvSpPr txBox="1"/>
              <p:nvPr/>
            </p:nvSpPr>
            <p:spPr>
              <a:xfrm>
                <a:off x="7227577" y="5595316"/>
                <a:ext cx="2631811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5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5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𝑁</m:t>
                          </m:r>
                        </m:e>
                        <m:sup>
                          <m:r>
                            <a:rPr lang="en-US" altLang="zh-CN" sz="25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25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5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5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5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16</m:t>
                              </m:r>
                            </m:e>
                          </m:d>
                        </m:e>
                        <m:sup>
                          <m:r>
                            <a:rPr lang="en-US" altLang="zh-CN" sz="25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25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=256</m:t>
                      </m:r>
                    </m:oMath>
                  </m:oMathPara>
                </a14:m>
                <a:endParaRPr lang="zh-CN" altLang="en-US" sz="2500" dirty="0" err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95EF15E8-E7F8-DFA1-A681-9B0623668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7577" y="5595316"/>
                <a:ext cx="2631811" cy="384721"/>
              </a:xfrm>
              <a:prstGeom prst="rect">
                <a:avLst/>
              </a:prstGeom>
              <a:blipFill>
                <a:blip r:embed="rId13"/>
                <a:stretch>
                  <a:fillRect l="-3712" r="-464" b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文本框 52">
            <a:extLst>
              <a:ext uri="{FF2B5EF4-FFF2-40B4-BE49-F238E27FC236}">
                <a16:creationId xmlns:a16="http://schemas.microsoft.com/office/drawing/2014/main" id="{0FFF389B-20D2-6FBC-C345-3F49C018B9AE}"/>
              </a:ext>
            </a:extLst>
          </p:cNvPr>
          <p:cNvSpPr txBox="1"/>
          <p:nvPr/>
        </p:nvSpPr>
        <p:spPr>
          <a:xfrm>
            <a:off x="6700491" y="4989586"/>
            <a:ext cx="35242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b="1" dirty="0">
                <a:solidFill>
                  <a:srgbClr val="7030A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体系算符的矩阵元数目为</a:t>
            </a:r>
          </a:p>
        </p:txBody>
      </p:sp>
    </p:spTree>
    <p:extLst>
      <p:ext uri="{BB962C8B-B14F-4D97-AF65-F5344CB8AC3E}">
        <p14:creationId xmlns:p14="http://schemas.microsoft.com/office/powerpoint/2010/main" val="18055490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78DCDF80-C9EA-AA64-4A6E-73700B5CA155}"/>
              </a:ext>
            </a:extLst>
          </p:cNvPr>
          <p:cNvGrpSpPr/>
          <p:nvPr/>
        </p:nvGrpSpPr>
        <p:grpSpPr>
          <a:xfrm>
            <a:off x="2426494" y="1876234"/>
            <a:ext cx="4435728" cy="4074563"/>
            <a:chOff x="479859" y="1752275"/>
            <a:chExt cx="4396447" cy="4077025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CDACE3B7-6031-2825-42D3-845C6081B7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 l="1249" r="1648"/>
            <a:stretch>
              <a:fillRect/>
            </a:stretch>
          </p:blipFill>
          <p:spPr bwMode="auto">
            <a:xfrm>
              <a:off x="479859" y="2228850"/>
              <a:ext cx="4396447" cy="3600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F5159730-13DF-B7E9-E456-044AC6429DB4}"/>
                </a:ext>
              </a:extLst>
            </p:cNvPr>
            <p:cNvSpPr txBox="1"/>
            <p:nvPr/>
          </p:nvSpPr>
          <p:spPr>
            <a:xfrm>
              <a:off x="2223926" y="1752275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C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本征能级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B545C31E-7C8C-7A66-E3FB-E0C4FE2CF81F}"/>
                    </a:ext>
                  </a:extLst>
                </p:cNvPr>
                <p:cNvSpPr txBox="1"/>
                <p:nvPr/>
              </p:nvSpPr>
              <p:spPr>
                <a:xfrm>
                  <a:off x="2642352" y="5057775"/>
                  <a:ext cx="335541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 err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B545C31E-7C8C-7A66-E3FB-E0C4FE2CF8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2352" y="5057775"/>
                  <a:ext cx="335541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25455" b="-1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CAFDA0BE-0DD4-470F-CB5C-88A46D6603BB}"/>
                    </a:ext>
                  </a:extLst>
                </p:cNvPr>
                <p:cNvSpPr txBox="1"/>
                <p:nvPr/>
              </p:nvSpPr>
              <p:spPr>
                <a:xfrm>
                  <a:off x="2642352" y="4642755"/>
                  <a:ext cx="335541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 err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CAFDA0BE-0DD4-470F-CB5C-88A46D6603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2352" y="4642755"/>
                  <a:ext cx="335541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27273" b="-1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B8C881F-59BE-37D1-14FD-E778A1CFA87C}"/>
                    </a:ext>
                  </a:extLst>
                </p:cNvPr>
                <p:cNvSpPr txBox="1"/>
                <p:nvPr/>
              </p:nvSpPr>
              <p:spPr>
                <a:xfrm>
                  <a:off x="2642352" y="4217107"/>
                  <a:ext cx="335541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 err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B8C881F-59BE-37D1-14FD-E778A1CFA8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2352" y="4217107"/>
                  <a:ext cx="335541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27273" b="-1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7D9CA07A-76D0-3067-5606-B515949EC64D}"/>
                    </a:ext>
                  </a:extLst>
                </p:cNvPr>
                <p:cNvSpPr txBox="1"/>
                <p:nvPr/>
              </p:nvSpPr>
              <p:spPr>
                <a:xfrm>
                  <a:off x="2469840" y="2199592"/>
                  <a:ext cx="680564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 err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7D9CA07A-76D0-3067-5606-B515949EC6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9840" y="2199592"/>
                  <a:ext cx="680564" cy="307777"/>
                </a:xfrm>
                <a:prstGeom prst="rect">
                  <a:avLst/>
                </a:prstGeom>
                <a:blipFill>
                  <a:blip r:embed="rId7"/>
                  <a:stretch>
                    <a:fillRect b="-176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647840F0-7E66-D625-8D0B-FD361A3A30DE}"/>
                    </a:ext>
                  </a:extLst>
                </p:cNvPr>
                <p:cNvSpPr txBox="1"/>
                <p:nvPr/>
              </p:nvSpPr>
              <p:spPr>
                <a:xfrm>
                  <a:off x="2469840" y="2621983"/>
                  <a:ext cx="680564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𝑁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 err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647840F0-7E66-D625-8D0B-FD361A3A3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9840" y="2621983"/>
                  <a:ext cx="680564" cy="307777"/>
                </a:xfrm>
                <a:prstGeom prst="rect">
                  <a:avLst/>
                </a:prstGeom>
                <a:blipFill>
                  <a:blip r:embed="rId8"/>
                  <a:stretch>
                    <a:fillRect l="-7080" b="-176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186FCAF0-E3DB-727F-3ABD-2574CC1FD029}"/>
                    </a:ext>
                  </a:extLst>
                </p:cNvPr>
                <p:cNvSpPr txBox="1"/>
                <p:nvPr/>
              </p:nvSpPr>
              <p:spPr>
                <a:xfrm>
                  <a:off x="2469840" y="3075139"/>
                  <a:ext cx="680564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𝑁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 err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186FCAF0-E3DB-727F-3ABD-2574CC1FD0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9840" y="3075139"/>
                  <a:ext cx="680564" cy="307777"/>
                </a:xfrm>
                <a:prstGeom prst="rect">
                  <a:avLst/>
                </a:prstGeom>
                <a:blipFill>
                  <a:blip r:embed="rId9"/>
                  <a:stretch>
                    <a:fillRect l="-7080" b="-1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6FA3E283-6E58-B12C-DF2C-0EC70E8FCEC8}"/>
              </a:ext>
            </a:extLst>
          </p:cNvPr>
          <p:cNvSpPr txBox="1"/>
          <p:nvPr/>
        </p:nvSpPr>
        <p:spPr>
          <a:xfrm>
            <a:off x="3556730" y="6096088"/>
            <a:ext cx="24416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2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体系本征能级分布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5CF9FB2-9DFD-1429-987E-3C60BC740DC5}"/>
              </a:ext>
            </a:extLst>
          </p:cNvPr>
          <p:cNvSpPr txBox="1"/>
          <p:nvPr/>
        </p:nvSpPr>
        <p:spPr>
          <a:xfrm>
            <a:off x="2426494" y="365126"/>
            <a:ext cx="73390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压缩复杂体系自由度的方法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BF77B5F-7982-5F31-D145-22EC2971E9CB}"/>
              </a:ext>
            </a:extLst>
          </p:cNvPr>
          <p:cNvSpPr txBox="1"/>
          <p:nvPr/>
        </p:nvSpPr>
        <p:spPr>
          <a:xfrm>
            <a:off x="2003859" y="1121813"/>
            <a:ext cx="45961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子空间级联运动方程方法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2C28E9D-2631-BB8C-E207-C21F661B8413}"/>
              </a:ext>
            </a:extLst>
          </p:cNvPr>
          <p:cNvSpPr/>
          <p:nvPr/>
        </p:nvSpPr>
        <p:spPr>
          <a:xfrm>
            <a:off x="4186144" y="2333470"/>
            <a:ext cx="1117896" cy="1267022"/>
          </a:xfrm>
          <a:prstGeom prst="rect">
            <a:avLst/>
          </a:prstGeom>
          <a:solidFill>
            <a:srgbClr val="FFFFFF">
              <a:alpha val="60000"/>
            </a:srgbClr>
          </a:solidFill>
          <a:ln w="28575">
            <a:solidFill>
              <a:srgbClr val="0066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660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8185555-8174-F34D-2D1C-7F8BA37BB9D1}"/>
              </a:ext>
            </a:extLst>
          </p:cNvPr>
          <p:cNvSpPr txBox="1"/>
          <p:nvPr/>
        </p:nvSpPr>
        <p:spPr>
          <a:xfrm>
            <a:off x="6443317" y="2575693"/>
            <a:ext cx="26863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030A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定义投影算符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6BE72AC-6C77-4B04-AA40-BCDD1C5BCDC9}"/>
              </a:ext>
            </a:extLst>
          </p:cNvPr>
          <p:cNvSpPr txBox="1"/>
          <p:nvPr/>
        </p:nvSpPr>
        <p:spPr>
          <a:xfrm>
            <a:off x="7070493" y="3850260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030A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低能本征能级数目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EBF68416-961A-868D-DB12-7BC6B28C60CD}"/>
                  </a:ext>
                </a:extLst>
              </p:cNvPr>
              <p:cNvSpPr txBox="1"/>
              <p:nvPr/>
            </p:nvSpPr>
            <p:spPr>
              <a:xfrm>
                <a:off x="7980200" y="4416582"/>
                <a:ext cx="894989" cy="3785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𝑁</m:t>
                          </m:r>
                        </m:e>
                      </m:acc>
                      <m:r>
                        <a:rPr lang="en-US" altLang="zh-CN" sz="24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=8</m:t>
                      </m:r>
                    </m:oMath>
                  </m:oMathPara>
                </a14:m>
                <a:endParaRPr lang="zh-CN" altLang="en-US" sz="2400" dirty="0" err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EBF68416-961A-868D-DB12-7BC6B28C60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0200" y="4416582"/>
                <a:ext cx="894989" cy="378502"/>
              </a:xfrm>
              <a:prstGeom prst="rect">
                <a:avLst/>
              </a:prstGeom>
              <a:blipFill>
                <a:blip r:embed="rId10"/>
                <a:stretch>
                  <a:fillRect l="-11565" t="-19355" r="-1361" b="-8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E0DA34E-A3B3-4C6D-BF4E-86D25A71206F}"/>
                  </a:ext>
                </a:extLst>
              </p:cNvPr>
              <p:cNvSpPr txBox="1"/>
              <p:nvPr/>
            </p:nvSpPr>
            <p:spPr>
              <a:xfrm>
                <a:off x="7451003" y="5480650"/>
                <a:ext cx="2184957" cy="3785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𝑁</m:t>
                              </m:r>
                            </m:e>
                          </m:acc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8</m:t>
                              </m:r>
                            </m:e>
                          </m:d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=64</m:t>
                      </m:r>
                    </m:oMath>
                  </m:oMathPara>
                </a14:m>
                <a:endParaRPr lang="zh-CN" altLang="en-US" sz="2400" dirty="0" err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E0DA34E-A3B3-4C6D-BF4E-86D25A712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1003" y="5480650"/>
                <a:ext cx="2184957" cy="378502"/>
              </a:xfrm>
              <a:prstGeom prst="rect">
                <a:avLst/>
              </a:prstGeom>
              <a:blipFill>
                <a:blip r:embed="rId11"/>
                <a:stretch>
                  <a:fillRect l="-4457" t="-17742" r="-279" b="-96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本框 33">
            <a:extLst>
              <a:ext uri="{FF2B5EF4-FFF2-40B4-BE49-F238E27FC236}">
                <a16:creationId xmlns:a16="http://schemas.microsoft.com/office/drawing/2014/main" id="{838B5E16-9913-CC90-9440-8CBA0B649CDE}"/>
              </a:ext>
            </a:extLst>
          </p:cNvPr>
          <p:cNvSpPr txBox="1"/>
          <p:nvPr/>
        </p:nvSpPr>
        <p:spPr>
          <a:xfrm>
            <a:off x="6700491" y="4932092"/>
            <a:ext cx="35242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b="1" dirty="0">
                <a:solidFill>
                  <a:srgbClr val="7030A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体系算符的矩阵元数目为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28C6B5E-B150-9D2E-797E-6ED0B8A75343}"/>
              </a:ext>
            </a:extLst>
          </p:cNvPr>
          <p:cNvSpPr txBox="1"/>
          <p:nvPr/>
        </p:nvSpPr>
        <p:spPr>
          <a:xfrm>
            <a:off x="6578482" y="1539619"/>
            <a:ext cx="34055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对于低能自旋激发</a:t>
            </a:r>
            <a:endParaRPr lang="en-US" altLang="zh-CN" sz="2400" b="1" dirty="0">
              <a:solidFill>
                <a:srgbClr val="0066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ctr"/>
            <a:r>
              <a:rPr lang="zh-CN" altLang="en-US" sz="24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忽略高能态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7B3D40D2-70DE-C251-075E-6EF02C5F8993}"/>
                  </a:ext>
                </a:extLst>
              </p:cNvPr>
              <p:cNvSpPr txBox="1"/>
              <p:nvPr/>
            </p:nvSpPr>
            <p:spPr>
              <a:xfrm>
                <a:off x="7215757" y="3155029"/>
                <a:ext cx="2356351" cy="433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𝒫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≡</m:t>
                    </m:r>
                    <m:nary>
                      <m:naryPr>
                        <m:chr m:val="∑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=1</m:t>
                        </m:r>
                      </m:sub>
                      <m:sup>
                        <m:acc>
                          <m:accPr>
                            <m:chr m:val="̃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𝑁</m:t>
                            </m:r>
                          </m:e>
                        </m:acc>
                      </m:sup>
                      <m:e>
                        <m:d>
                          <m:dPr>
                            <m:begChr m:val="|"/>
                            <m:endChr m:val="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d>
                              <m:dPr>
                                <m:begChr m:val=""/>
                                <m:endChr m:val="⟩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d>
                          <m:dPr>
                            <m:begChr m:val="⟨"/>
                            <m:endChr m:val="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nary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zh-CN" altLang="en-US" sz="2400" dirty="0" err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7B3D40D2-70DE-C251-075E-6EF02C5F8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5757" y="3155029"/>
                <a:ext cx="2356351" cy="4334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57888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5CF9FB2-9DFD-1429-987E-3C60BC740DC5}"/>
              </a:ext>
            </a:extLst>
          </p:cNvPr>
          <p:cNvSpPr txBox="1"/>
          <p:nvPr/>
        </p:nvSpPr>
        <p:spPr>
          <a:xfrm>
            <a:off x="2426494" y="365126"/>
            <a:ext cx="73390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压缩复杂体系自由度的方法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BF77B5F-7982-5F31-D145-22EC2971E9CB}"/>
              </a:ext>
            </a:extLst>
          </p:cNvPr>
          <p:cNvSpPr txBox="1"/>
          <p:nvPr/>
        </p:nvSpPr>
        <p:spPr>
          <a:xfrm>
            <a:off x="2003859" y="1121813"/>
            <a:ext cx="45961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子空间级联运动方程方法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5474B20-B07A-22F0-4A62-D65F4C7E1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859" y="4048201"/>
            <a:ext cx="8444548" cy="213987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CA2ACF5-FD0F-4FC2-22DF-FB3ABFF9CCC1}"/>
              </a:ext>
            </a:extLst>
          </p:cNvPr>
          <p:cNvSpPr txBox="1"/>
          <p:nvPr/>
        </p:nvSpPr>
        <p:spPr>
          <a:xfrm>
            <a:off x="1931194" y="1930849"/>
            <a:ext cx="6908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7030A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除 </a:t>
            </a:r>
            <a:r>
              <a:rPr lang="en-US" altLang="zh-CN" sz="2400" b="1" dirty="0">
                <a:solidFill>
                  <a:srgbClr val="7030A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RDO </a:t>
            </a:r>
            <a:r>
              <a:rPr lang="zh-CN" altLang="en-US" sz="2400" b="1" dirty="0">
                <a:solidFill>
                  <a:srgbClr val="7030A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和 </a:t>
            </a:r>
            <a:r>
              <a:rPr lang="en-US" altLang="zh-CN" sz="2400" b="1" dirty="0">
                <a:solidFill>
                  <a:srgbClr val="7030A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ADO </a:t>
            </a:r>
            <a:r>
              <a:rPr lang="zh-CN" altLang="en-US" sz="2400" b="1" dirty="0">
                <a:solidFill>
                  <a:srgbClr val="7030A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外，对所有体系算符做投影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D229F4B-DD87-2EF3-0B01-62F0E55E2493}"/>
              </a:ext>
            </a:extLst>
          </p:cNvPr>
          <p:cNvSpPr txBox="1"/>
          <p:nvPr/>
        </p:nvSpPr>
        <p:spPr>
          <a:xfrm>
            <a:off x="1931194" y="339295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7030A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得到子空间级联运动方程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DEDBB0A-11B0-AF64-9856-499AC830AF1D}"/>
                  </a:ext>
                </a:extLst>
              </p:cNvPr>
              <p:cNvSpPr txBox="1"/>
              <p:nvPr/>
            </p:nvSpPr>
            <p:spPr>
              <a:xfrm>
                <a:off x="4013597" y="2456180"/>
                <a:ext cx="4165436" cy="9521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acc>
                            <m:accPr>
                              <m:chr m:val="̃"/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𝑂</m:t>
                              </m:r>
                            </m:e>
                          </m:acc>
                        </m:e>
                      </m:acc>
                      <m:r>
                        <a:rPr lang="en-US" altLang="zh-CN" sz="22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≡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𝒫</m:t>
                      </m:r>
                      <m:acc>
                        <m:accPr>
                          <m:chr m:val="̂"/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𝑂</m:t>
                          </m:r>
                        </m:e>
                      </m:acc>
                      <m:r>
                        <a:rPr lang="en-US" altLang="zh-CN" sz="22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𝒫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begChr m:val="⟨"/>
                              <m:endChr m:val=""/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acc>
                            <m:accPr>
                              <m:chr m:val="̂"/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𝑂</m:t>
                              </m:r>
                            </m:e>
                          </m:acc>
                          <m:d>
                            <m:dPr>
                              <m:begChr m:val="|"/>
                              <m:endChr m:val=""/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d>
                            <m:dPr>
                              <m:begChr m:val="|"/>
                              <m:endChr m:val=""/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d>
                            <m:dPr>
                              <m:begChr m:val="⟨"/>
                              <m:endChr m:val=""/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200" dirty="0" err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DEDBB0A-11B0-AF64-9856-499AC830A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3597" y="2456180"/>
                <a:ext cx="4165436" cy="9521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7889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5CF9FB2-9DFD-1429-987E-3C60BC740DC5}"/>
              </a:ext>
            </a:extLst>
          </p:cNvPr>
          <p:cNvSpPr txBox="1"/>
          <p:nvPr/>
        </p:nvSpPr>
        <p:spPr>
          <a:xfrm>
            <a:off x="2426494" y="365126"/>
            <a:ext cx="73390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压缩复杂体系自由度的方法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BF77B5F-7982-5F31-D145-22EC2971E9CB}"/>
                  </a:ext>
                </a:extLst>
              </p:cNvPr>
              <p:cNvSpPr txBox="1"/>
              <p:nvPr/>
            </p:nvSpPr>
            <p:spPr>
              <a:xfrm>
                <a:off x="2003859" y="1121813"/>
                <a:ext cx="77127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zh-CN" altLang="en-US" sz="2800" b="1" dirty="0">
                    <a:solidFill>
                      <a:srgbClr val="006600"/>
                    </a:solidFill>
                    <a:latin typeface="等线" panose="02010600030101010101" pitchFamily="2" charset="-122"/>
                  </a:rPr>
                  <a:t>模拟磁性分子的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1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zh-CN" altLang="en-US" sz="2800" b="1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sz="2800" b="1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800" b="1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zh-CN" altLang="en-US" sz="2800" b="1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zh-CN" altLang="en-US" sz="2800" b="1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b="1" dirty="0">
                    <a:solidFill>
                      <a:srgbClr val="006600"/>
                    </a:solidFill>
                    <a:latin typeface="等线" panose="02010600030101010101" pitchFamily="2" charset="-122"/>
                  </a:rPr>
                  <a:t>谱</a:t>
                </a:r>
                <a:r>
                  <a:rPr lang="en-US" altLang="zh-CN" sz="2800" b="1" dirty="0">
                    <a:solidFill>
                      <a:srgbClr val="006600"/>
                    </a:solidFill>
                    <a:latin typeface="等线" panose="02010600030101010101" pitchFamily="2" charset="-122"/>
                  </a:rPr>
                  <a:t>: </a:t>
                </a:r>
                <a:r>
                  <a:rPr lang="zh-CN" altLang="en-US" sz="2800" b="1" dirty="0">
                    <a:solidFill>
                      <a:srgbClr val="006600"/>
                    </a:solidFill>
                    <a:latin typeface="等线" panose="02010600030101010101" pitchFamily="2" charset="-122"/>
                  </a:rPr>
                  <a:t>体系本征态和性质</a:t>
                </a:r>
                <a:endParaRPr lang="zh-CN" altLang="en-US" sz="2800" dirty="0">
                  <a:solidFill>
                    <a:srgbClr val="006600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BF77B5F-7982-5F31-D145-22EC2971E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859" y="1121813"/>
                <a:ext cx="7712752" cy="523220"/>
              </a:xfrm>
              <a:prstGeom prst="rect">
                <a:avLst/>
              </a:prstGeom>
              <a:blipFill>
                <a:blip r:embed="rId3"/>
                <a:stretch>
                  <a:fillRect l="-1423" t="-11628" r="-395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B45B00F1-4433-EFC1-13D7-821607063942}"/>
              </a:ext>
            </a:extLst>
          </p:cNvPr>
          <p:cNvSpPr txBox="1"/>
          <p:nvPr/>
        </p:nvSpPr>
        <p:spPr>
          <a:xfrm>
            <a:off x="4310896" y="1725097"/>
            <a:ext cx="35702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2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保留不同数目的低能本征态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7742EE87-8307-722F-63DC-CEC3BD2695D5}"/>
              </a:ext>
            </a:extLst>
          </p:cNvPr>
          <p:cNvGrpSpPr/>
          <p:nvPr/>
        </p:nvGrpSpPr>
        <p:grpSpPr>
          <a:xfrm>
            <a:off x="2426494" y="2155984"/>
            <a:ext cx="7610181" cy="3989049"/>
            <a:chOff x="1889760" y="2178296"/>
            <a:chExt cx="8622226" cy="4519535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082436DD-1AB5-51FF-BCD3-993D674ED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03860" y="2178296"/>
              <a:ext cx="7667625" cy="451953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F63D8974-3745-7F84-C509-B4694AC077A8}"/>
                    </a:ext>
                  </a:extLst>
                </p:cNvPr>
                <p:cNvSpPr txBox="1"/>
                <p:nvPr/>
              </p:nvSpPr>
              <p:spPr>
                <a:xfrm>
                  <a:off x="9622640" y="4552362"/>
                  <a:ext cx="746678" cy="31553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lang="en-US" altLang="zh-CN" sz="2000" i="1">
                                <a:solidFill>
                                  <a:srgbClr val="D461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solidFill>
                                  <a:srgbClr val="D4611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𝑁</m:t>
                            </m:r>
                          </m:e>
                        </m:acc>
                        <m:r>
                          <a:rPr lang="en-US" altLang="zh-CN" sz="2000" i="1">
                            <a:solidFill>
                              <a:srgbClr val="D4611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=9</m:t>
                        </m:r>
                      </m:oMath>
                    </m:oMathPara>
                  </a14:m>
                  <a:endParaRPr lang="zh-CN" altLang="en-US" sz="2000" dirty="0" err="1">
                    <a:solidFill>
                      <a:srgbClr val="D461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F63D8974-3745-7F84-C509-B4694AC077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22640" y="4552362"/>
                  <a:ext cx="746678" cy="315536"/>
                </a:xfrm>
                <a:prstGeom prst="rect">
                  <a:avLst/>
                </a:prstGeom>
                <a:blipFill>
                  <a:blip r:embed="rId5"/>
                  <a:stretch>
                    <a:fillRect l="-19444" t="-28261" r="-8333" b="-217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19E879BB-3E8E-EB4E-EAE1-859A35ED4429}"/>
                    </a:ext>
                  </a:extLst>
                </p:cNvPr>
                <p:cNvSpPr txBox="1"/>
                <p:nvPr/>
              </p:nvSpPr>
              <p:spPr>
                <a:xfrm>
                  <a:off x="9622640" y="5473927"/>
                  <a:ext cx="889346" cy="31553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lang="en-US" altLang="zh-CN" sz="2000" i="1">
                                <a:solidFill>
                                  <a:srgbClr val="00A1DA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solidFill>
                                  <a:srgbClr val="00A1DA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𝑁</m:t>
                            </m:r>
                          </m:e>
                        </m:acc>
                        <m:r>
                          <a:rPr lang="en-US" altLang="zh-CN" sz="2000" i="1">
                            <a:solidFill>
                              <a:srgbClr val="00A1DA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=13</m:t>
                        </m:r>
                      </m:oMath>
                    </m:oMathPara>
                  </a14:m>
                  <a:endParaRPr lang="zh-CN" altLang="en-US" sz="2000" dirty="0" err="1">
                    <a:solidFill>
                      <a:srgbClr val="00A1D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19E879BB-3E8E-EB4E-EAE1-859A35ED44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22640" y="5473927"/>
                  <a:ext cx="889346" cy="315536"/>
                </a:xfrm>
                <a:prstGeom prst="rect">
                  <a:avLst/>
                </a:prstGeom>
                <a:blipFill>
                  <a:blip r:embed="rId6"/>
                  <a:stretch>
                    <a:fillRect l="-17969" t="-30435" r="-7813" b="-1956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DE38E25A-6F81-E1C3-0363-13CD660AE77A}"/>
                    </a:ext>
                  </a:extLst>
                </p:cNvPr>
                <p:cNvSpPr txBox="1"/>
                <p:nvPr/>
              </p:nvSpPr>
              <p:spPr>
                <a:xfrm>
                  <a:off x="9622640" y="5956263"/>
                  <a:ext cx="889346" cy="31553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lang="en-US" altLang="zh-C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𝑁</m:t>
                            </m:r>
                          </m:e>
                        </m:acc>
                        <m:r>
                          <a:rPr lang="en-US" altLang="zh-C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=15</m:t>
                        </m:r>
                      </m:oMath>
                    </m:oMathPara>
                  </a14:m>
                  <a:endParaRPr lang="zh-CN" altLang="en-US" sz="2000" dirty="0" err="1">
                    <a:solidFill>
                      <a:srgbClr val="7030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DE38E25A-6F81-E1C3-0363-13CD660AE7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22640" y="5956263"/>
                  <a:ext cx="889346" cy="315536"/>
                </a:xfrm>
                <a:prstGeom prst="rect">
                  <a:avLst/>
                </a:prstGeom>
                <a:blipFill>
                  <a:blip r:embed="rId7"/>
                  <a:stretch>
                    <a:fillRect l="-17969" t="-31111" r="-8594" b="-2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D6FC7B62-C513-E3C6-312F-D54A5EBC71AA}"/>
                </a:ext>
              </a:extLst>
            </p:cNvPr>
            <p:cNvSpPr txBox="1"/>
            <p:nvPr/>
          </p:nvSpPr>
          <p:spPr>
            <a:xfrm>
              <a:off x="9595870" y="3530835"/>
              <a:ext cx="80021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C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能级</a:t>
              </a:r>
              <a:endParaRPr lang="en-US" altLang="zh-CN" sz="2400" b="1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  <a:p>
              <a:pPr algn="ctr"/>
              <a:r>
                <a:rPr lang="zh-CN" altLang="en-US" sz="2400" b="1" dirty="0">
                  <a:solidFill>
                    <a:srgbClr val="C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简并</a:t>
              </a: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4CED7F8D-0CA3-9AF1-0BF1-906B04F8806D}"/>
                </a:ext>
              </a:extLst>
            </p:cNvPr>
            <p:cNvCxnSpPr>
              <a:cxnSpLocks/>
            </p:cNvCxnSpPr>
            <p:nvPr/>
          </p:nvCxnSpPr>
          <p:spPr>
            <a:xfrm>
              <a:off x="1889760" y="4906398"/>
              <a:ext cx="8470232" cy="0"/>
            </a:xfrm>
            <a:prstGeom prst="line">
              <a:avLst/>
            </a:prstGeom>
            <a:ln w="28575">
              <a:solidFill>
                <a:schemeClr val="accent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F7F029B0-D38B-D921-1B37-22F5C44B8D61}"/>
                </a:ext>
              </a:extLst>
            </p:cNvPr>
            <p:cNvCxnSpPr>
              <a:cxnSpLocks/>
            </p:cNvCxnSpPr>
            <p:nvPr/>
          </p:nvCxnSpPr>
          <p:spPr>
            <a:xfrm>
              <a:off x="1889760" y="5837761"/>
              <a:ext cx="8470232" cy="0"/>
            </a:xfrm>
            <a:prstGeom prst="line">
              <a:avLst/>
            </a:prstGeom>
            <a:ln w="28575">
              <a:solidFill>
                <a:srgbClr val="00A1DA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CA1CFAD4-6160-A0DA-0BF8-4592240CD1C8}"/>
                </a:ext>
              </a:extLst>
            </p:cNvPr>
            <p:cNvCxnSpPr>
              <a:cxnSpLocks/>
            </p:cNvCxnSpPr>
            <p:nvPr/>
          </p:nvCxnSpPr>
          <p:spPr>
            <a:xfrm>
              <a:off x="1889760" y="6327046"/>
              <a:ext cx="8470232" cy="0"/>
            </a:xfrm>
            <a:prstGeom prst="line">
              <a:avLst/>
            </a:prstGeom>
            <a:ln w="28575">
              <a:solidFill>
                <a:srgbClr val="7030A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4683DF8-3C22-FD2C-94D8-3112338F6196}"/>
                  </a:ext>
                </a:extLst>
              </p:cNvPr>
              <p:cNvSpPr txBox="1"/>
              <p:nvPr/>
            </p:nvSpPr>
            <p:spPr>
              <a:xfrm>
                <a:off x="3751238" y="6249623"/>
                <a:ext cx="4826538" cy="3761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/>
                  <a:t>$project  lproj=T  nproji=1  nprojf=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</m:acc>
                  </m:oMath>
                </a14:m>
                <a:r>
                  <a:rPr lang="zh-CN" altLang="en-US" b="1" dirty="0"/>
                  <a:t>  $end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4683DF8-3C22-FD2C-94D8-3112338F6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1238" y="6249623"/>
                <a:ext cx="4826538" cy="376193"/>
              </a:xfrm>
              <a:prstGeom prst="rect">
                <a:avLst/>
              </a:prstGeom>
              <a:blipFill>
                <a:blip r:embed="rId8"/>
                <a:stretch>
                  <a:fillRect l="-1010" t="-9677" b="-241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768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5CF9FB2-9DFD-1429-987E-3C60BC740DC5}"/>
              </a:ext>
            </a:extLst>
          </p:cNvPr>
          <p:cNvSpPr txBox="1"/>
          <p:nvPr/>
        </p:nvSpPr>
        <p:spPr>
          <a:xfrm>
            <a:off x="2426494" y="365126"/>
            <a:ext cx="73390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压缩复杂体系自由度的方法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BF77B5F-7982-5F31-D145-22EC2971E9CB}"/>
                  </a:ext>
                </a:extLst>
              </p:cNvPr>
              <p:cNvSpPr txBox="1"/>
              <p:nvPr/>
            </p:nvSpPr>
            <p:spPr>
              <a:xfrm>
                <a:off x="2003860" y="1121813"/>
                <a:ext cx="465422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zh-CN" altLang="en-US" sz="2800" b="1" dirty="0">
                    <a:solidFill>
                      <a:srgbClr val="006600"/>
                    </a:solidFill>
                    <a:latin typeface="等线" panose="02010600030101010101" pitchFamily="2" charset="-122"/>
                  </a:rPr>
                  <a:t>模拟磁性分子的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1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zh-CN" altLang="en-US" sz="2800" b="1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sz="2800" b="1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800" b="1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zh-CN" altLang="en-US" sz="2800" b="1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zh-CN" altLang="en-US" sz="2800" b="1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b="1" dirty="0">
                    <a:solidFill>
                      <a:srgbClr val="006600"/>
                    </a:solidFill>
                    <a:latin typeface="等线" panose="02010600030101010101" pitchFamily="2" charset="-122"/>
                  </a:rPr>
                  <a:t>谱</a:t>
                </a:r>
                <a:endParaRPr lang="zh-CN" altLang="en-US" sz="2800" dirty="0">
                  <a:solidFill>
                    <a:srgbClr val="006600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BF77B5F-7982-5F31-D145-22EC2971E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860" y="1121813"/>
                <a:ext cx="4654223" cy="523220"/>
              </a:xfrm>
              <a:prstGeom prst="rect">
                <a:avLst/>
              </a:prstGeom>
              <a:blipFill>
                <a:blip r:embed="rId3"/>
                <a:stretch>
                  <a:fillRect l="-2359" t="-11628" r="-1573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8D3FBC95-90B6-9255-3AAA-3E04397F2D63}"/>
              </a:ext>
            </a:extLst>
          </p:cNvPr>
          <p:cNvSpPr txBox="1"/>
          <p:nvPr/>
        </p:nvSpPr>
        <p:spPr>
          <a:xfrm>
            <a:off x="2094617" y="5993363"/>
            <a:ext cx="82400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合理的子空间自由度可以足够准确地描述自旋激发特征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DD8ED6E-7C60-45A5-3BB9-ACE7738878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402" y="2049283"/>
            <a:ext cx="7161196" cy="376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9056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CFAB31B-A794-ED92-6880-99174CE86DB2}"/>
              </a:ext>
            </a:extLst>
          </p:cNvPr>
          <p:cNvSpPr txBox="1"/>
          <p:nvPr/>
        </p:nvSpPr>
        <p:spPr>
          <a:xfrm>
            <a:off x="2426494" y="365126"/>
            <a:ext cx="73390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HEOM-QUICK2 </a:t>
            </a:r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程序工作流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9BECBF6-3750-A56A-BF34-E2AA3404051D}"/>
              </a:ext>
            </a:extLst>
          </p:cNvPr>
          <p:cNvSpPr txBox="1"/>
          <p:nvPr/>
        </p:nvSpPr>
        <p:spPr>
          <a:xfrm>
            <a:off x="1875102" y="1093238"/>
            <a:ext cx="45961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体系平衡态及稳态的求解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8820FE2-94C2-6DEA-85BB-03DF31B4A7E9}"/>
                  </a:ext>
                </a:extLst>
              </p:cNvPr>
              <p:cNvSpPr txBox="1"/>
              <p:nvPr/>
            </p:nvSpPr>
            <p:spPr>
              <a:xfrm>
                <a:off x="5282977" y="2349411"/>
                <a:ext cx="1337289" cy="3539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zh-CN" sz="23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23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𝝆</m:t>
                          </m:r>
                        </m:e>
                      </m:acc>
                      <m:r>
                        <a:rPr lang="en-US" altLang="zh-CN" sz="23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=−</m:t>
                      </m:r>
                      <m:r>
                        <a:rPr lang="en-US" altLang="zh-CN" sz="23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𝑖</m:t>
                      </m:r>
                      <m:r>
                        <a:rPr lang="en-US" altLang="zh-CN" sz="23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𝓛</m:t>
                      </m:r>
                      <m:r>
                        <a:rPr lang="en-US" altLang="zh-CN" sz="23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𝝆</m:t>
                      </m:r>
                    </m:oMath>
                  </m:oMathPara>
                </a14:m>
                <a:endParaRPr lang="zh-CN" altLang="en-US" sz="2300" b="1" dirty="0" err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8820FE2-94C2-6DEA-85BB-03DF31B4A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2977" y="2349411"/>
                <a:ext cx="1337289" cy="353943"/>
              </a:xfrm>
              <a:prstGeom prst="rect">
                <a:avLst/>
              </a:prstGeom>
              <a:blipFill>
                <a:blip r:embed="rId2"/>
                <a:stretch>
                  <a:fillRect l="-7763" t="-5172" r="-3196" b="-344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033EE2F-A6A9-6615-7B1B-93FD91F07118}"/>
                  </a:ext>
                </a:extLst>
              </p:cNvPr>
              <p:cNvSpPr txBox="1"/>
              <p:nvPr/>
            </p:nvSpPr>
            <p:spPr>
              <a:xfrm>
                <a:off x="2310903" y="1759796"/>
                <a:ext cx="6527236" cy="4462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300" b="1" dirty="0">
                    <a:solidFill>
                      <a:srgbClr val="002060"/>
                    </a:solidFill>
                    <a:latin typeface="+mn-ea"/>
                  </a:rPr>
                  <a:t>已知初态 </a:t>
                </a:r>
                <a14:m>
                  <m:oMath xmlns:m="http://schemas.openxmlformats.org/officeDocument/2006/math">
                    <m:r>
                      <a:rPr lang="en-US" altLang="zh-CN" sz="2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𝝆</m:t>
                    </m:r>
                    <m:d>
                      <m:dPr>
                        <m:ctrlPr>
                          <a:rPr lang="en-US" altLang="zh-CN" sz="2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3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3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3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300" b="1" dirty="0">
                    <a:solidFill>
                      <a:srgbClr val="002060"/>
                    </a:solidFill>
                    <a:latin typeface="+mn-ea"/>
                  </a:rPr>
                  <a:t> 和演化子 </a:t>
                </a:r>
                <a14:m>
                  <m:oMath xmlns:m="http://schemas.openxmlformats.org/officeDocument/2006/math">
                    <m:r>
                      <a:rPr lang="en-US" altLang="zh-CN" sz="2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𝓛</m:t>
                    </m:r>
                  </m:oMath>
                </a14:m>
                <a:r>
                  <a:rPr lang="zh-CN" altLang="en-US" sz="2300" b="1" dirty="0">
                    <a:solidFill>
                      <a:srgbClr val="002060"/>
                    </a:solidFill>
                    <a:latin typeface="+mn-ea"/>
                  </a:rPr>
                  <a:t> ，演化 </a:t>
                </a:r>
                <a:r>
                  <a:rPr lang="en-US" altLang="zh-CN" sz="2300" b="1" dirty="0">
                    <a:solidFill>
                      <a:srgbClr val="002060"/>
                    </a:solidFill>
                    <a:latin typeface="+mn-ea"/>
                  </a:rPr>
                  <a:t>HEOM </a:t>
                </a:r>
                <a:r>
                  <a:rPr lang="zh-CN" altLang="en-US" sz="2300" b="1" dirty="0">
                    <a:solidFill>
                      <a:srgbClr val="002060"/>
                    </a:solidFill>
                    <a:latin typeface="+mn-ea"/>
                  </a:rPr>
                  <a:t>至稳态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033EE2F-A6A9-6615-7B1B-93FD91F07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903" y="1759796"/>
                <a:ext cx="6527236" cy="446276"/>
              </a:xfrm>
              <a:prstGeom prst="rect">
                <a:avLst/>
              </a:prstGeom>
              <a:blipFill>
                <a:blip r:embed="rId3"/>
                <a:stretch>
                  <a:fillRect l="-1307" t="-10959" r="-467" b="-301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3293911-8704-FBF9-C6DF-606539722808}"/>
                  </a:ext>
                </a:extLst>
              </p:cNvPr>
              <p:cNvSpPr txBox="1"/>
              <p:nvPr/>
            </p:nvSpPr>
            <p:spPr>
              <a:xfrm>
                <a:off x="5440871" y="5906481"/>
                <a:ext cx="1021498" cy="3539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300" b="1" i="1">
                          <a:solidFill>
                            <a:srgbClr val="0066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𝓛</m:t>
                      </m:r>
                      <m:r>
                        <a:rPr lang="en-US" altLang="zh-CN" sz="2300" b="1" i="1">
                          <a:solidFill>
                            <a:srgbClr val="0066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𝝆</m:t>
                      </m:r>
                      <m:r>
                        <a:rPr lang="en-US" altLang="zh-CN" sz="2300" b="1" i="1">
                          <a:solidFill>
                            <a:srgbClr val="0066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300" b="1" i="1">
                          <a:solidFill>
                            <a:srgbClr val="0066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𝒃</m:t>
                      </m:r>
                    </m:oMath>
                  </m:oMathPara>
                </a14:m>
                <a:endParaRPr lang="zh-CN" altLang="en-US" sz="2300" b="1" dirty="0" err="1">
                  <a:solidFill>
                    <a:srgbClr val="0066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3293911-8704-FBF9-C6DF-606539722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0871" y="5906481"/>
                <a:ext cx="1021498" cy="353943"/>
              </a:xfrm>
              <a:prstGeom prst="rect">
                <a:avLst/>
              </a:prstGeom>
              <a:blipFill>
                <a:blip r:embed="rId4"/>
                <a:stretch>
                  <a:fillRect l="-12575" r="-1198" b="-327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FA5076F-D779-8ECD-4D55-74ACEE61B799}"/>
                  </a:ext>
                </a:extLst>
              </p:cNvPr>
              <p:cNvSpPr txBox="1"/>
              <p:nvPr/>
            </p:nvSpPr>
            <p:spPr>
              <a:xfrm>
                <a:off x="2310903" y="5263865"/>
                <a:ext cx="6102440" cy="4462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300" b="1" dirty="0">
                    <a:solidFill>
                      <a:srgbClr val="006600"/>
                    </a:solidFill>
                    <a:latin typeface="+mn-ea"/>
                  </a:rPr>
                  <a:t>已知初态 </a:t>
                </a:r>
                <a14:m>
                  <m:oMath xmlns:m="http://schemas.openxmlformats.org/officeDocument/2006/math">
                    <m:r>
                      <a:rPr lang="en-US" altLang="zh-CN" sz="2300" b="1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𝝆</m:t>
                    </m:r>
                    <m:d>
                      <m:dPr>
                        <m:ctrlPr>
                          <a:rPr lang="en-US" altLang="zh-CN" sz="2300" b="1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300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300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300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300" b="1" dirty="0">
                    <a:solidFill>
                      <a:srgbClr val="006600"/>
                    </a:solidFill>
                    <a:latin typeface="+mn-ea"/>
                  </a:rPr>
                  <a:t> 和演化子 </a:t>
                </a:r>
                <a14:m>
                  <m:oMath xmlns:m="http://schemas.openxmlformats.org/officeDocument/2006/math">
                    <m:r>
                      <a:rPr lang="en-US" altLang="zh-CN" sz="2300" b="1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𝓛</m:t>
                    </m:r>
                  </m:oMath>
                </a14:m>
                <a:r>
                  <a:rPr lang="zh-CN" altLang="en-US" sz="2300" b="1" dirty="0">
                    <a:solidFill>
                      <a:srgbClr val="006600"/>
                    </a:solidFill>
                    <a:latin typeface="+mn-ea"/>
                  </a:rPr>
                  <a:t> ，求解线性方程组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FA5076F-D779-8ECD-4D55-74ACEE61B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903" y="5263865"/>
                <a:ext cx="6102440" cy="446276"/>
              </a:xfrm>
              <a:prstGeom prst="rect">
                <a:avLst/>
              </a:prstGeom>
              <a:blipFill>
                <a:blip r:embed="rId5"/>
                <a:stretch>
                  <a:fillRect l="-1399" t="-9459" r="-400" b="-283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D1677A99-050E-8A32-2B32-9290E6041582}"/>
              </a:ext>
            </a:extLst>
          </p:cNvPr>
          <p:cNvSpPr txBox="1"/>
          <p:nvPr/>
        </p:nvSpPr>
        <p:spPr>
          <a:xfrm>
            <a:off x="2426494" y="2889191"/>
            <a:ext cx="2539158" cy="3385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sz="2200" b="1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长时间动力学求解慢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E7B286C-4AA5-57A9-3E0D-7F061C5747DE}"/>
                  </a:ext>
                </a:extLst>
              </p:cNvPr>
              <p:cNvSpPr txBox="1"/>
              <p:nvPr/>
            </p:nvSpPr>
            <p:spPr>
              <a:xfrm>
                <a:off x="2824603" y="3422566"/>
                <a:ext cx="601353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量子杂质体系中建立 </a:t>
                </a:r>
                <a:r>
                  <a:rPr lang="en-US" altLang="zh-CN" b="1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Kondo </a:t>
                </a:r>
                <a:r>
                  <a:rPr lang="zh-CN" altLang="en-US" b="1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态的时间尺度为 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 ∼ 1/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endParaRPr lang="zh-CN" altLang="en-US" dirty="0"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E7B286C-4AA5-57A9-3E0D-7F061C574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4603" y="3422566"/>
                <a:ext cx="6013537" cy="369332"/>
              </a:xfrm>
              <a:prstGeom prst="rect">
                <a:avLst/>
              </a:prstGeom>
              <a:blipFill>
                <a:blip r:embed="rId6"/>
                <a:stretch>
                  <a:fillRect l="-811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片 13">
            <a:extLst>
              <a:ext uri="{FF2B5EF4-FFF2-40B4-BE49-F238E27FC236}">
                <a16:creationId xmlns:a16="http://schemas.microsoft.com/office/drawing/2014/main" id="{120C385B-B99E-93B4-6F65-7B95088EB4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14" y="3880687"/>
            <a:ext cx="1832353" cy="6304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1B53768-7E9B-A00B-3E82-6A09E96C6E97}"/>
                  </a:ext>
                </a:extLst>
              </p:cNvPr>
              <p:cNvSpPr txBox="1"/>
              <p:nvPr/>
            </p:nvSpPr>
            <p:spPr>
              <a:xfrm>
                <a:off x="2523380" y="4661107"/>
                <a:ext cx="260337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 = 2.0 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eV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𝛤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 = 0.1 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eV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1B53768-7E9B-A00B-3E82-6A09E96C6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3380" y="4661107"/>
                <a:ext cx="260337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BBD6884-66C4-012C-CCBC-D5084F4F9637}"/>
                  </a:ext>
                </a:extLst>
              </p:cNvPr>
              <p:cNvSpPr txBox="1"/>
              <p:nvPr/>
            </p:nvSpPr>
            <p:spPr>
              <a:xfrm>
                <a:off x="5282977" y="4665975"/>
                <a:ext cx="24204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 dirty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≃ 1.3 × 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eV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BBD6884-66C4-012C-CCBC-D5084F4F9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2977" y="4665975"/>
                <a:ext cx="242044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3443E36C-F0A8-7A5B-B793-3B09688323BC}"/>
              </a:ext>
            </a:extLst>
          </p:cNvPr>
          <p:cNvSpPr txBox="1"/>
          <p:nvPr/>
        </p:nvSpPr>
        <p:spPr>
          <a:xfrm>
            <a:off x="3262698" y="4023360"/>
            <a:ext cx="2707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latin typeface="等线" panose="02010600030101010101" pitchFamily="2" charset="-122"/>
                <a:ea typeface="等线" panose="02010600030101010101" pitchFamily="2" charset="-122"/>
              </a:rPr>
              <a:t>对单杂质 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Anderson </a:t>
            </a:r>
            <a:r>
              <a:rPr lang="zh-CN" altLang="en-US" b="1" dirty="0">
                <a:latin typeface="等线" panose="02010600030101010101" pitchFamily="2" charset="-122"/>
                <a:ea typeface="等线" panose="02010600030101010101" pitchFamily="2" charset="-122"/>
              </a:rPr>
              <a:t>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3CDA17B4-838F-8BCE-6DA4-8EB15DF3B118}"/>
                  </a:ext>
                </a:extLst>
              </p:cNvPr>
              <p:cNvSpPr txBox="1"/>
              <p:nvPr/>
            </p:nvSpPr>
            <p:spPr>
              <a:xfrm>
                <a:off x="7703420" y="4668185"/>
                <a:ext cx="196520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≃7.7× 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fs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3CDA17B4-838F-8BCE-6DA4-8EB15DF3B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3420" y="4668185"/>
                <a:ext cx="196520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19">
            <a:extLst>
              <a:ext uri="{FF2B5EF4-FFF2-40B4-BE49-F238E27FC236}">
                <a16:creationId xmlns:a16="http://schemas.microsoft.com/office/drawing/2014/main" id="{CE54D304-F43E-A5CF-11D2-F35BD1B4A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2464" y="6519446"/>
            <a:ext cx="620553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en-US" altLang="zh-CN" sz="1600" b="1" dirty="0" err="1">
                <a:latin typeface="Calibri" pitchFamily="34" charset="0"/>
              </a:rPr>
              <a:t>Nordlander</a:t>
            </a:r>
            <a:r>
              <a:rPr lang="en-US" altLang="zh-CN" sz="1600" b="1" dirty="0">
                <a:latin typeface="Calibri" pitchFamily="34" charset="0"/>
              </a:rPr>
              <a:t> and </a:t>
            </a:r>
            <a:r>
              <a:rPr lang="en-US" altLang="zh-CN" sz="1600" b="1" dirty="0" err="1">
                <a:latin typeface="Calibri" pitchFamily="34" charset="0"/>
              </a:rPr>
              <a:t>Pustilnik</a:t>
            </a:r>
            <a:r>
              <a:rPr lang="en-US" altLang="zh-CN" sz="1600" b="1" dirty="0">
                <a:latin typeface="Calibri" pitchFamily="34" charset="0"/>
              </a:rPr>
              <a:t> </a:t>
            </a:r>
            <a:r>
              <a:rPr lang="en-US" altLang="zh-CN" sz="1600" b="1" i="1" dirty="0">
                <a:latin typeface="Calibri" pitchFamily="34" charset="0"/>
              </a:rPr>
              <a:t>et al.</a:t>
            </a:r>
            <a:r>
              <a:rPr lang="en-US" altLang="zh-CN" sz="1600" b="1" dirty="0">
                <a:latin typeface="Calibri" pitchFamily="34" charset="0"/>
              </a:rPr>
              <a:t>, </a:t>
            </a:r>
            <a:r>
              <a:rPr lang="en-US" altLang="zh-CN" sz="1600" b="1" i="1" dirty="0">
                <a:latin typeface="Calibri" pitchFamily="34" charset="0"/>
              </a:rPr>
              <a:t>PRL</a:t>
            </a:r>
            <a:r>
              <a:rPr lang="en-US" altLang="zh-CN" sz="1600" b="1" dirty="0">
                <a:latin typeface="Calibri" pitchFamily="34" charset="0"/>
              </a:rPr>
              <a:t> 83, 808 (1999)</a:t>
            </a:r>
          </a:p>
        </p:txBody>
      </p:sp>
    </p:spTree>
    <p:extLst>
      <p:ext uri="{BB962C8B-B14F-4D97-AF65-F5344CB8AC3E}">
        <p14:creationId xmlns:p14="http://schemas.microsoft.com/office/powerpoint/2010/main" val="1067861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CFAB31B-A794-ED92-6880-99174CE86DB2}"/>
              </a:ext>
            </a:extLst>
          </p:cNvPr>
          <p:cNvSpPr txBox="1"/>
          <p:nvPr/>
        </p:nvSpPr>
        <p:spPr>
          <a:xfrm>
            <a:off x="2426494" y="365126"/>
            <a:ext cx="73390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HEOM-QUICK2 </a:t>
            </a:r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程序工作流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9BECBF6-3750-A56A-BF34-E2AA3404051D}"/>
              </a:ext>
            </a:extLst>
          </p:cNvPr>
          <p:cNvSpPr txBox="1"/>
          <p:nvPr/>
        </p:nvSpPr>
        <p:spPr>
          <a:xfrm>
            <a:off x="1875102" y="1093238"/>
            <a:ext cx="5673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体系稳态动力学响应性质的计算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24AF454-136D-E7A5-DFA8-42C37C86A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690" y="2618982"/>
            <a:ext cx="3938996" cy="45393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C70ECCB-2766-4C6F-D699-D7A61BF52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1248" y="2416282"/>
            <a:ext cx="2413016" cy="8593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B5633C9-886E-3BDD-3A65-83425C6E41AC}"/>
                  </a:ext>
                </a:extLst>
              </p:cNvPr>
              <p:cNvSpPr txBox="1"/>
              <p:nvPr/>
            </p:nvSpPr>
            <p:spPr>
              <a:xfrm>
                <a:off x="2061691" y="1759796"/>
                <a:ext cx="8068619" cy="4577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300" b="1" dirty="0">
                    <a:solidFill>
                      <a:srgbClr val="002060"/>
                    </a:solidFill>
                    <a:latin typeface="+mn-ea"/>
                  </a:rPr>
                  <a:t>已知稳态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3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st</m:t>
                        </m:r>
                      </m:sup>
                    </m:sSup>
                  </m:oMath>
                </a14:m>
                <a:r>
                  <a:rPr lang="zh-CN" altLang="en-US" sz="2300" b="1" dirty="0">
                    <a:solidFill>
                      <a:srgbClr val="002060"/>
                    </a:solidFill>
                    <a:latin typeface="+mn-ea"/>
                  </a:rPr>
                  <a:t> 和演化子 </a:t>
                </a:r>
                <a14:m>
                  <m:oMath xmlns:m="http://schemas.openxmlformats.org/officeDocument/2006/math">
                    <m:r>
                      <a:rPr lang="en-US" altLang="zh-CN" sz="2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𝒢</m:t>
                    </m:r>
                    <m:d>
                      <m:dPr>
                        <m:ctrlPr>
                          <a:rPr lang="en-US" altLang="zh-CN" sz="2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altLang="zh-CN" sz="2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altLang="zh-CN" sz="23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3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𝓛</m:t>
                        </m:r>
                        <m:r>
                          <a:rPr lang="en-US" altLang="zh-CN" sz="23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zh-CN" altLang="en-US" sz="2300" b="1" dirty="0">
                    <a:solidFill>
                      <a:srgbClr val="002060"/>
                    </a:solidFill>
                    <a:latin typeface="+mn-ea"/>
                  </a:rPr>
                  <a:t> ，数值计算体系关联函数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B5633C9-886E-3BDD-3A65-83425C6E4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691" y="1759796"/>
                <a:ext cx="8068619" cy="457754"/>
              </a:xfrm>
              <a:prstGeom prst="rect">
                <a:avLst/>
              </a:prstGeom>
              <a:blipFill>
                <a:blip r:embed="rId4"/>
                <a:stretch>
                  <a:fillRect l="-1057" t="-8000" r="-302" b="-29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5B6E40B9-303B-44A4-A114-1E53B778916D}"/>
              </a:ext>
            </a:extLst>
          </p:cNvPr>
          <p:cNvSpPr txBox="1"/>
          <p:nvPr/>
        </p:nvSpPr>
        <p:spPr>
          <a:xfrm>
            <a:off x="6151553" y="246440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7030A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傅里叶变换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D673C4E-963A-A3BB-32CB-1A4423A1C44A}"/>
              </a:ext>
            </a:extLst>
          </p:cNvPr>
          <p:cNvCxnSpPr/>
          <p:nvPr/>
        </p:nvCxnSpPr>
        <p:spPr>
          <a:xfrm>
            <a:off x="6096000" y="2846722"/>
            <a:ext cx="145245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30B5675-813D-2762-1A4F-CE4CA03FD807}"/>
              </a:ext>
            </a:extLst>
          </p:cNvPr>
          <p:cNvSpPr/>
          <p:nvPr/>
        </p:nvSpPr>
        <p:spPr>
          <a:xfrm>
            <a:off x="4717024" y="4336292"/>
            <a:ext cx="1097280" cy="1669251"/>
          </a:xfrm>
          <a:prstGeom prst="roundRect">
            <a:avLst/>
          </a:prstGeom>
          <a:solidFill>
            <a:srgbClr val="BDD7EE">
              <a:alpha val="50196"/>
            </a:srgbClr>
          </a:solidFill>
          <a:ln w="28575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AA04982-DF88-5A71-8B1D-41F2B3D05B78}"/>
                  </a:ext>
                </a:extLst>
              </p:cNvPr>
              <p:cNvSpPr txBox="1"/>
              <p:nvPr/>
            </p:nvSpPr>
            <p:spPr>
              <a:xfrm>
                <a:off x="4758058" y="4656369"/>
                <a:ext cx="1015213" cy="102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作用</a:t>
                </a:r>
              </a:p>
              <a:p>
                <a:pPr algn="ctr"/>
                <a:r>
                  <a:rPr lang="zh-CN" altLang="en-US" sz="20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体系算符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000" b="1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</m:ctrlPr>
                      </m:accPr>
                      <m:e>
                        <m:r>
                          <a:rPr lang="zh-CN" altLang="en-US" sz="2000" b="1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𝑃</m:t>
                        </m:r>
                      </m:e>
                    </m:acc>
                    <m:sSup>
                      <m:sSupPr>
                        <m:ctrlPr>
                          <a:rPr lang="en-US" altLang="zh-CN" sz="2000" b="1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</m:ctrlPr>
                      </m:sSupPr>
                      <m:e>
                        <m:r>
                          <a:rPr lang="zh-CN" altLang="en-US" sz="2000" b="1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000" dirty="0" err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st</m:t>
                        </m:r>
                      </m:sup>
                    </m:sSup>
                  </m:oMath>
                </a14:m>
                <a:endParaRPr lang="en-US" altLang="zh-CN" sz="2000" dirty="0">
                  <a:solidFill>
                    <a:srgbClr val="002060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AA04982-DF88-5A71-8B1D-41F2B3D05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8058" y="4656369"/>
                <a:ext cx="1015213" cy="1023998"/>
              </a:xfrm>
              <a:prstGeom prst="rect">
                <a:avLst/>
              </a:prstGeom>
              <a:blipFill>
                <a:blip r:embed="rId5"/>
                <a:stretch>
                  <a:fillRect l="-6024" t="-3571" r="-3012" b="-101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1F767722-B1E5-502A-FF27-B32FCA9C5655}"/>
              </a:ext>
            </a:extLst>
          </p:cNvPr>
          <p:cNvSpPr txBox="1"/>
          <p:nvPr/>
        </p:nvSpPr>
        <p:spPr>
          <a:xfrm>
            <a:off x="2061690" y="3474350"/>
            <a:ext cx="254428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300" b="1" dirty="0">
                <a:solidFill>
                  <a:srgbClr val="002060"/>
                </a:solidFill>
                <a:latin typeface="+mn-ea"/>
              </a:rPr>
              <a:t>数值计算流程如下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8D1DDEF4-2854-CC75-C3CA-C0766ABA51AD}"/>
              </a:ext>
            </a:extLst>
          </p:cNvPr>
          <p:cNvSpPr/>
          <p:nvPr/>
        </p:nvSpPr>
        <p:spPr>
          <a:xfrm>
            <a:off x="6744423" y="4336292"/>
            <a:ext cx="1097280" cy="1669251"/>
          </a:xfrm>
          <a:prstGeom prst="roundRect">
            <a:avLst/>
          </a:prstGeom>
          <a:solidFill>
            <a:srgbClr val="BDD7EE">
              <a:alpha val="50196"/>
            </a:srgbClr>
          </a:solidFill>
          <a:ln w="28575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4BCCF19-776C-527E-723B-124E4A974ADE}"/>
              </a:ext>
            </a:extLst>
          </p:cNvPr>
          <p:cNvSpPr txBox="1"/>
          <p:nvPr/>
        </p:nvSpPr>
        <p:spPr>
          <a:xfrm>
            <a:off x="6785457" y="4636058"/>
            <a:ext cx="10152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动力学模拟至结束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25B284A-1852-D101-AB3A-7FA87D48291B}"/>
              </a:ext>
            </a:extLst>
          </p:cNvPr>
          <p:cNvSpPr/>
          <p:nvPr/>
        </p:nvSpPr>
        <p:spPr>
          <a:xfrm>
            <a:off x="8771823" y="4309265"/>
            <a:ext cx="1097280" cy="1669251"/>
          </a:xfrm>
          <a:prstGeom prst="roundRect">
            <a:avLst/>
          </a:prstGeom>
          <a:solidFill>
            <a:srgbClr val="BDD7EE">
              <a:alpha val="50196"/>
            </a:srgbClr>
          </a:solidFill>
          <a:ln w="28575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C8AA5A06-7CA1-B4B0-71CA-492B36338767}"/>
                  </a:ext>
                </a:extLst>
              </p:cNvPr>
              <p:cNvSpPr txBox="1"/>
              <p:nvPr/>
            </p:nvSpPr>
            <p:spPr>
              <a:xfrm>
                <a:off x="8812857" y="4483692"/>
                <a:ext cx="1015213" cy="13610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计算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𝑂𝑃</m:t>
                        </m:r>
                      </m:sub>
                    </m:sSub>
                    <m:d>
                      <m:dPr>
                        <m:ctrlP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𝑡</m:t>
                        </m:r>
                      </m:e>
                    </m:d>
                  </m:oMath>
                </a14:m>
                <a:endParaRPr lang="en-US" altLang="zh-CN" sz="2000" dirty="0">
                  <a:solidFill>
                    <a:srgbClr val="002060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 algn="ctr"/>
                <a:r>
                  <a:rPr lang="zh-CN" altLang="en-US" sz="20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和</a:t>
                </a:r>
                <a:endParaRPr lang="en-US" altLang="zh-CN" sz="2000" b="1" dirty="0">
                  <a:solidFill>
                    <a:srgbClr val="002060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CN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</a:rPr>
                            <m:t>𝑂𝑃</m:t>
                          </m:r>
                        </m:sub>
                      </m:sSub>
                      <m:d>
                        <m:dPr>
                          <m:ctrlPr>
                            <a:rPr lang="en-US" altLang="zh-CN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US" altLang="zh-CN" sz="2000" b="1" dirty="0">
                  <a:solidFill>
                    <a:srgbClr val="002060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C8AA5A06-7CA1-B4B0-71CA-492B36338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2857" y="4483692"/>
                <a:ext cx="1015213" cy="1361014"/>
              </a:xfrm>
              <a:prstGeom prst="rect">
                <a:avLst/>
              </a:prstGeom>
              <a:blipFill>
                <a:blip r:embed="rId6"/>
                <a:stretch>
                  <a:fillRect t="-26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箭头: 右 24">
            <a:extLst>
              <a:ext uri="{FF2B5EF4-FFF2-40B4-BE49-F238E27FC236}">
                <a16:creationId xmlns:a16="http://schemas.microsoft.com/office/drawing/2014/main" id="{A4468953-DD72-085D-2530-FB333191B3E8}"/>
              </a:ext>
            </a:extLst>
          </p:cNvPr>
          <p:cNvSpPr/>
          <p:nvPr/>
        </p:nvSpPr>
        <p:spPr>
          <a:xfrm>
            <a:off x="6040030" y="4759449"/>
            <a:ext cx="496951" cy="822935"/>
          </a:xfrm>
          <a:prstGeom prst="rightArrow">
            <a:avLst/>
          </a:prstGeom>
          <a:noFill/>
          <a:ln w="28575"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24C67373-3B36-976F-347A-7D4471841E24}"/>
              </a:ext>
            </a:extLst>
          </p:cNvPr>
          <p:cNvSpPr/>
          <p:nvPr/>
        </p:nvSpPr>
        <p:spPr>
          <a:xfrm>
            <a:off x="8055705" y="4756902"/>
            <a:ext cx="496951" cy="822935"/>
          </a:xfrm>
          <a:prstGeom prst="rightArrow">
            <a:avLst/>
          </a:prstGeom>
          <a:noFill/>
          <a:ln w="28575"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0BE77977-1AE0-EDDE-856B-AD029F4343B1}"/>
              </a:ext>
            </a:extLst>
          </p:cNvPr>
          <p:cNvSpPr/>
          <p:nvPr/>
        </p:nvSpPr>
        <p:spPr>
          <a:xfrm>
            <a:off x="2591079" y="4336292"/>
            <a:ext cx="1097280" cy="1669251"/>
          </a:xfrm>
          <a:prstGeom prst="roundRect">
            <a:avLst/>
          </a:prstGeom>
          <a:solidFill>
            <a:srgbClr val="BDD7EE">
              <a:alpha val="50196"/>
            </a:srgbClr>
          </a:solidFill>
          <a:ln w="28575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4DBC7A98-6490-96FF-DB3F-746526977BC5}"/>
                  </a:ext>
                </a:extLst>
              </p:cNvPr>
              <p:cNvSpPr txBox="1"/>
              <p:nvPr/>
            </p:nvSpPr>
            <p:spPr>
              <a:xfrm>
                <a:off x="2632113" y="4656370"/>
                <a:ext cx="1015213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已知</a:t>
                </a:r>
                <a:endParaRPr lang="en-US" altLang="zh-CN" sz="2000" b="1" dirty="0">
                  <a:solidFill>
                    <a:srgbClr val="002060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 algn="ctr"/>
                <a:r>
                  <a:rPr lang="zh-CN" altLang="en-US" sz="20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稳态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</m:ctrlPr>
                      </m:sSupPr>
                      <m:e>
                        <m:r>
                          <a:rPr lang="zh-CN" altLang="en-US" sz="2000" b="1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000" dirty="0" err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st</m:t>
                        </m:r>
                      </m:sup>
                    </m:sSup>
                  </m:oMath>
                </a14:m>
                <a:endParaRPr lang="en-US" altLang="zh-CN" sz="2000" dirty="0">
                  <a:solidFill>
                    <a:srgbClr val="002060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4DBC7A98-6490-96FF-DB3F-746526977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113" y="4656370"/>
                <a:ext cx="1015213" cy="1015663"/>
              </a:xfrm>
              <a:prstGeom prst="rect">
                <a:avLst/>
              </a:prstGeom>
              <a:blipFill>
                <a:blip r:embed="rId7"/>
                <a:stretch>
                  <a:fillRect t="-3614" b="-30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箭头: 右 34">
            <a:extLst>
              <a:ext uri="{FF2B5EF4-FFF2-40B4-BE49-F238E27FC236}">
                <a16:creationId xmlns:a16="http://schemas.microsoft.com/office/drawing/2014/main" id="{A22E28E3-5713-7650-65F6-B22478F85FFE}"/>
              </a:ext>
            </a:extLst>
          </p:cNvPr>
          <p:cNvSpPr/>
          <p:nvPr/>
        </p:nvSpPr>
        <p:spPr>
          <a:xfrm>
            <a:off x="3957364" y="4752733"/>
            <a:ext cx="496951" cy="822935"/>
          </a:xfrm>
          <a:prstGeom prst="rightArrow">
            <a:avLst/>
          </a:prstGeom>
          <a:noFill/>
          <a:ln w="28575"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7739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CFAB31B-A794-ED92-6880-99174CE86DB2}"/>
              </a:ext>
            </a:extLst>
          </p:cNvPr>
          <p:cNvSpPr txBox="1"/>
          <p:nvPr/>
        </p:nvSpPr>
        <p:spPr>
          <a:xfrm>
            <a:off x="2426494" y="365126"/>
            <a:ext cx="73390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HEOM-QUICK2 </a:t>
            </a:r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程序工作流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9BECBF6-3750-A56A-BF34-E2AA3404051D}"/>
              </a:ext>
            </a:extLst>
          </p:cNvPr>
          <p:cNvSpPr txBox="1"/>
          <p:nvPr/>
        </p:nvSpPr>
        <p:spPr>
          <a:xfrm>
            <a:off x="1875102" y="1093238"/>
            <a:ext cx="5673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体系稳态动力学响应性质的计算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AED5F7-7D86-8EF4-B06A-62B3761F38F1}"/>
              </a:ext>
            </a:extLst>
          </p:cNvPr>
          <p:cNvSpPr txBox="1"/>
          <p:nvPr/>
        </p:nvSpPr>
        <p:spPr>
          <a:xfrm>
            <a:off x="2292697" y="1759797"/>
            <a:ext cx="55066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300" b="1" dirty="0">
                <a:solidFill>
                  <a:srgbClr val="002060"/>
                </a:solidFill>
                <a:latin typeface="+mn-ea"/>
              </a:rPr>
              <a:t>如果需要得到频域</a:t>
            </a:r>
            <a:r>
              <a:rPr lang="zh-CN" altLang="en-US" sz="2400" b="1" dirty="0">
                <a:solidFill>
                  <a:srgbClr val="002060"/>
                </a:solidFill>
                <a:latin typeface="+mn-ea"/>
              </a:rPr>
              <a:t>谱</a:t>
            </a:r>
            <a:r>
              <a:rPr lang="zh-CN" altLang="en-US" sz="2300" b="1" dirty="0">
                <a:solidFill>
                  <a:srgbClr val="002060"/>
                </a:solidFill>
                <a:latin typeface="+mn-ea"/>
              </a:rPr>
              <a:t>函数，先傅里叶变换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4AFE6523-FEED-FF1A-CFD4-48DC1CF47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176" y="2301617"/>
            <a:ext cx="3461275" cy="18036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9AE2249-6C5B-EC08-B43D-0157905465ED}"/>
                  </a:ext>
                </a:extLst>
              </p:cNvPr>
              <p:cNvSpPr txBox="1"/>
              <p:nvPr/>
            </p:nvSpPr>
            <p:spPr>
              <a:xfrm>
                <a:off x="2974936" y="5764763"/>
                <a:ext cx="5858591" cy="4691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400" b="1" dirty="0">
                    <a:solidFill>
                      <a:srgbClr val="00660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按频率逐点计算，得到频域谱函数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sz="2400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</a:rPr>
                              <m:t>𝐶</m:t>
                            </m:r>
                          </m:e>
                        </m:acc>
                      </m:e>
                      <m:sub>
                        <m:r>
                          <a:rPr lang="en-US" altLang="zh-CN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𝑂𝑃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𝜔</m:t>
                        </m:r>
                      </m:e>
                    </m:d>
                  </m:oMath>
                </a14:m>
                <a:endParaRPr lang="zh-CN" altLang="en-US" sz="2400" dirty="0">
                  <a:solidFill>
                    <a:srgbClr val="006600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9AE2249-6C5B-EC08-B43D-015790546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4936" y="5764763"/>
                <a:ext cx="5858591" cy="469167"/>
              </a:xfrm>
              <a:prstGeom prst="rect">
                <a:avLst/>
              </a:prstGeom>
              <a:blipFill>
                <a:blip r:embed="rId3"/>
                <a:stretch>
                  <a:fillRect l="-1145" t="-9091" b="-29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图片 26">
            <a:extLst>
              <a:ext uri="{FF2B5EF4-FFF2-40B4-BE49-F238E27FC236}">
                <a16:creationId xmlns:a16="http://schemas.microsoft.com/office/drawing/2014/main" id="{B26EC8C6-1108-823D-ED5D-A4B213461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8551" y="4435734"/>
            <a:ext cx="3078242" cy="384041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DA094A8D-2027-0571-D18F-BFBB68FFD9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1458" y="5089728"/>
            <a:ext cx="2533272" cy="446276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16DFC8B7-25AB-04F1-E120-440D4D570784}"/>
              </a:ext>
            </a:extLst>
          </p:cNvPr>
          <p:cNvSpPr txBox="1"/>
          <p:nvPr/>
        </p:nvSpPr>
        <p:spPr>
          <a:xfrm>
            <a:off x="2292698" y="4398813"/>
            <a:ext cx="1364477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3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其中态矢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E9C3A25-117F-E3C2-7C81-F7C377DBC57E}"/>
              </a:ext>
            </a:extLst>
          </p:cNvPr>
          <p:cNvSpPr txBox="1"/>
          <p:nvPr/>
        </p:nvSpPr>
        <p:spPr>
          <a:xfrm>
            <a:off x="6958171" y="4398813"/>
            <a:ext cx="2839239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3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满足如下线性方程组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C9EB707-8CE5-A006-4980-993FF02DFA6C}"/>
              </a:ext>
            </a:extLst>
          </p:cNvPr>
          <p:cNvSpPr/>
          <p:nvPr/>
        </p:nvSpPr>
        <p:spPr>
          <a:xfrm>
            <a:off x="6356350" y="3505200"/>
            <a:ext cx="114300" cy="158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A4558F7-FD30-2982-056A-ECDB18C4B7ED}"/>
              </a:ext>
            </a:extLst>
          </p:cNvPr>
          <p:cNvSpPr/>
          <p:nvPr/>
        </p:nvSpPr>
        <p:spPr>
          <a:xfrm>
            <a:off x="5671762" y="4621951"/>
            <a:ext cx="114300" cy="158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75D0B32-D21E-DE68-4123-17D092F1F0BF}"/>
              </a:ext>
            </a:extLst>
          </p:cNvPr>
          <p:cNvSpPr/>
          <p:nvPr/>
        </p:nvSpPr>
        <p:spPr>
          <a:xfrm>
            <a:off x="5405062" y="5364757"/>
            <a:ext cx="114300" cy="158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5831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CFAB31B-A794-ED92-6880-99174CE86DB2}"/>
              </a:ext>
            </a:extLst>
          </p:cNvPr>
          <p:cNvSpPr txBox="1"/>
          <p:nvPr/>
        </p:nvSpPr>
        <p:spPr>
          <a:xfrm>
            <a:off x="2426494" y="365126"/>
            <a:ext cx="73390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HEOM-QUICK2 </a:t>
            </a:r>
            <a:r>
              <a:rPr lang="zh-CN" altLang="en-US" sz="3200" b="1" dirty="0">
                <a:latin typeface="等线" panose="02010600030101010101" pitchFamily="2" charset="-122"/>
                <a:ea typeface="等线" panose="02010600030101010101" pitchFamily="2" charset="-122"/>
              </a:rPr>
              <a:t>程序工作流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9BECBF6-3750-A56A-BF34-E2AA3404051D}"/>
              </a:ext>
            </a:extLst>
          </p:cNvPr>
          <p:cNvSpPr txBox="1"/>
          <p:nvPr/>
        </p:nvSpPr>
        <p:spPr>
          <a:xfrm>
            <a:off x="1875102" y="1093238"/>
            <a:ext cx="5673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体系</a:t>
            </a:r>
            <a:r>
              <a:rPr lang="zh-CN" altLang="en-US" sz="2800" b="1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含时动力学响应</a:t>
            </a:r>
            <a:r>
              <a:rPr lang="zh-CN" altLang="en-US" sz="2800" b="1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性质的计算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E0AD66B-2735-A8E8-4B34-7655E287C148}"/>
                  </a:ext>
                </a:extLst>
              </p:cNvPr>
              <p:cNvSpPr txBox="1"/>
              <p:nvPr/>
            </p:nvSpPr>
            <p:spPr>
              <a:xfrm>
                <a:off x="1875102" y="1759796"/>
                <a:ext cx="8495146" cy="4577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300" b="1" dirty="0">
                    <a:solidFill>
                      <a:srgbClr val="002060"/>
                    </a:solidFill>
                    <a:latin typeface="+mn-ea"/>
                  </a:rPr>
                  <a:t>已知</a:t>
                </a:r>
                <a14:m>
                  <m:oMath xmlns:m="http://schemas.openxmlformats.org/officeDocument/2006/math">
                    <m:r>
                      <a:rPr lang="en-US" altLang="zh-CN" sz="23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300" b="1" dirty="0">
                    <a:solidFill>
                      <a:srgbClr val="002060"/>
                    </a:solidFill>
                    <a:latin typeface="+mn-ea"/>
                  </a:rPr>
                  <a:t>时刻</a:t>
                </a:r>
                <a14:m>
                  <m:oMath xmlns:m="http://schemas.openxmlformats.org/officeDocument/2006/math">
                    <m:r>
                      <a:rPr lang="en-US" altLang="zh-CN" sz="2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𝝆</m:t>
                    </m:r>
                    <m:d>
                      <m:dPr>
                        <m:ctrlPr>
                          <a:rPr lang="en-US" altLang="zh-CN" sz="2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3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2300" b="1" dirty="0">
                    <a:solidFill>
                      <a:srgbClr val="002060"/>
                    </a:solidFill>
                    <a:latin typeface="+mn-ea"/>
                  </a:rPr>
                  <a:t>和演化子 </a:t>
                </a:r>
                <a14:m>
                  <m:oMath xmlns:m="http://schemas.openxmlformats.org/officeDocument/2006/math">
                    <m:r>
                      <a:rPr lang="en-US" altLang="zh-CN" sz="2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𝒢</m:t>
                    </m:r>
                    <m:d>
                      <m:dPr>
                        <m:ctrlPr>
                          <a:rPr lang="en-US" altLang="zh-CN" sz="2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altLang="zh-CN" sz="2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altLang="zh-CN" sz="23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3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𝓛</m:t>
                        </m:r>
                        <m:r>
                          <a:rPr lang="en-US" altLang="zh-CN" sz="23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zh-CN" altLang="en-US" sz="2300" b="1" dirty="0">
                    <a:solidFill>
                      <a:srgbClr val="002060"/>
                    </a:solidFill>
                    <a:latin typeface="+mn-ea"/>
                  </a:rPr>
                  <a:t> ，数值计算含时体系谱函数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E0AD66B-2735-A8E8-4B34-7655E287C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102" y="1759796"/>
                <a:ext cx="8495146" cy="457754"/>
              </a:xfrm>
              <a:prstGeom prst="rect">
                <a:avLst/>
              </a:prstGeom>
              <a:blipFill>
                <a:blip r:embed="rId2"/>
                <a:stretch>
                  <a:fillRect l="-1077" t="-8000" r="-215" b="-29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: 圆角 8">
            <a:extLst>
              <a:ext uri="{FF2B5EF4-FFF2-40B4-BE49-F238E27FC236}">
                <a16:creationId xmlns:a16="http://schemas.microsoft.com/office/drawing/2014/main" id="{25A270AF-C5DA-6BFD-B150-F242C606892C}"/>
              </a:ext>
            </a:extLst>
          </p:cNvPr>
          <p:cNvSpPr/>
          <p:nvPr/>
        </p:nvSpPr>
        <p:spPr>
          <a:xfrm>
            <a:off x="4717024" y="4640452"/>
            <a:ext cx="1097280" cy="1669251"/>
          </a:xfrm>
          <a:prstGeom prst="roundRect">
            <a:avLst/>
          </a:prstGeom>
          <a:solidFill>
            <a:srgbClr val="BDD7EE">
              <a:alpha val="50196"/>
            </a:srgbClr>
          </a:solidFill>
          <a:ln w="28575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05E4AF6-898D-4E6B-D0FF-1EC026A30B1F}"/>
                  </a:ext>
                </a:extLst>
              </p:cNvPr>
              <p:cNvSpPr txBox="1"/>
              <p:nvPr/>
            </p:nvSpPr>
            <p:spPr>
              <a:xfrm>
                <a:off x="4758058" y="4960530"/>
                <a:ext cx="1015213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rgbClr val="00206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提取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+mn-ea"/>
                  </a:rPr>
                  <a:t>时刻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𝝆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altLang="zh-CN" sz="2000" dirty="0">
                  <a:solidFill>
                    <a:srgbClr val="002060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05E4AF6-898D-4E6B-D0FF-1EC026A30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8058" y="4960530"/>
                <a:ext cx="1015213" cy="1015663"/>
              </a:xfrm>
              <a:prstGeom prst="rect">
                <a:avLst/>
              </a:prstGeom>
              <a:blipFill>
                <a:blip r:embed="rId3"/>
                <a:stretch>
                  <a:fillRect t="-3614" b="-30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59FF6A1A-85B0-202A-BF6B-5B3FBAB02033}"/>
              </a:ext>
            </a:extLst>
          </p:cNvPr>
          <p:cNvSpPr txBox="1"/>
          <p:nvPr/>
        </p:nvSpPr>
        <p:spPr>
          <a:xfrm>
            <a:off x="2061690" y="3840649"/>
            <a:ext cx="254428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300" b="1" dirty="0">
                <a:solidFill>
                  <a:srgbClr val="002060"/>
                </a:solidFill>
                <a:latin typeface="+mn-ea"/>
              </a:rPr>
              <a:t>数值计算流程如下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F2CD3E6-6CB9-04C9-326F-B7B0397F2C1C}"/>
              </a:ext>
            </a:extLst>
          </p:cNvPr>
          <p:cNvSpPr/>
          <p:nvPr/>
        </p:nvSpPr>
        <p:spPr>
          <a:xfrm>
            <a:off x="6744423" y="4640452"/>
            <a:ext cx="1097280" cy="1669251"/>
          </a:xfrm>
          <a:prstGeom prst="roundRect">
            <a:avLst/>
          </a:prstGeom>
          <a:solidFill>
            <a:srgbClr val="BDD7EE">
              <a:alpha val="50196"/>
            </a:srgbClr>
          </a:solidFill>
          <a:ln w="28575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B8B783D-8436-D621-85A9-A841E45D306C}"/>
              </a:ext>
            </a:extLst>
          </p:cNvPr>
          <p:cNvSpPr/>
          <p:nvPr/>
        </p:nvSpPr>
        <p:spPr>
          <a:xfrm>
            <a:off x="8771823" y="4613425"/>
            <a:ext cx="1097280" cy="1669251"/>
          </a:xfrm>
          <a:prstGeom prst="roundRect">
            <a:avLst/>
          </a:prstGeom>
          <a:solidFill>
            <a:srgbClr val="BDD7EE">
              <a:alpha val="50196"/>
            </a:srgbClr>
          </a:solidFill>
          <a:ln w="28575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D593B24-C1DC-2AE0-7504-DD2D806EA889}"/>
              </a:ext>
            </a:extLst>
          </p:cNvPr>
          <p:cNvSpPr txBox="1"/>
          <p:nvPr/>
        </p:nvSpPr>
        <p:spPr>
          <a:xfrm>
            <a:off x="8812857" y="4967244"/>
            <a:ext cx="10152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2060"/>
                </a:solidFill>
                <a:latin typeface="等线" panose="02010600030101010101" pitchFamily="2" charset="-122"/>
              </a:rPr>
              <a:t>动力学模拟至结束</a:t>
            </a: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0AB1559E-0AED-C4A9-F5E7-E03EB4675AB7}"/>
              </a:ext>
            </a:extLst>
          </p:cNvPr>
          <p:cNvSpPr/>
          <p:nvPr/>
        </p:nvSpPr>
        <p:spPr>
          <a:xfrm>
            <a:off x="6040030" y="5063609"/>
            <a:ext cx="496951" cy="822935"/>
          </a:xfrm>
          <a:prstGeom prst="rightArrow">
            <a:avLst/>
          </a:prstGeom>
          <a:noFill/>
          <a:ln w="28575"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AB6968FB-0E3B-9A8A-854F-9BA85D1694F2}"/>
              </a:ext>
            </a:extLst>
          </p:cNvPr>
          <p:cNvSpPr/>
          <p:nvPr/>
        </p:nvSpPr>
        <p:spPr>
          <a:xfrm>
            <a:off x="8055705" y="5061062"/>
            <a:ext cx="496951" cy="822935"/>
          </a:xfrm>
          <a:prstGeom prst="rightArrow">
            <a:avLst/>
          </a:prstGeom>
          <a:noFill/>
          <a:ln w="28575"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EDB2C61-BEE1-4D3C-C4CF-658EF53BB8C3}"/>
              </a:ext>
            </a:extLst>
          </p:cNvPr>
          <p:cNvSpPr/>
          <p:nvPr/>
        </p:nvSpPr>
        <p:spPr>
          <a:xfrm>
            <a:off x="2591079" y="4640452"/>
            <a:ext cx="1097280" cy="1669251"/>
          </a:xfrm>
          <a:prstGeom prst="roundRect">
            <a:avLst/>
          </a:prstGeom>
          <a:solidFill>
            <a:srgbClr val="BDD7EE">
              <a:alpha val="50196"/>
            </a:srgbClr>
          </a:solidFill>
          <a:ln w="28575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0F07337-98BF-FC0C-F58B-C731A14C236C}"/>
              </a:ext>
            </a:extLst>
          </p:cNvPr>
          <p:cNvSpPr txBox="1"/>
          <p:nvPr/>
        </p:nvSpPr>
        <p:spPr>
          <a:xfrm>
            <a:off x="2632113" y="4960530"/>
            <a:ext cx="10152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动力学模拟</a:t>
            </a:r>
            <a:endParaRPr lang="en-US" altLang="zh-CN" sz="2000" b="1" dirty="0">
              <a:solidFill>
                <a:srgbClr val="00206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ctr"/>
            <a:r>
              <a:rPr lang="zh-CN" altLang="en-US" sz="2000" b="1" dirty="0">
                <a:solidFill>
                  <a:srgbClr val="00206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开始</a:t>
            </a:r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FE49414B-FACD-0D21-8FF9-753FBE79A09F}"/>
              </a:ext>
            </a:extLst>
          </p:cNvPr>
          <p:cNvSpPr/>
          <p:nvPr/>
        </p:nvSpPr>
        <p:spPr>
          <a:xfrm>
            <a:off x="3957364" y="5056893"/>
            <a:ext cx="496951" cy="822935"/>
          </a:xfrm>
          <a:prstGeom prst="rightArrow">
            <a:avLst/>
          </a:prstGeom>
          <a:noFill/>
          <a:ln w="28575"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4F66749A-57AF-3F5C-AD6F-B5BD1A2CE4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5271" y="2264423"/>
            <a:ext cx="6646467" cy="9989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7EB7ECE7-57FA-0190-5574-C317CC1A0B11}"/>
                  </a:ext>
                </a:extLst>
              </p:cNvPr>
              <p:cNvSpPr txBox="1"/>
              <p:nvPr/>
            </p:nvSpPr>
            <p:spPr>
              <a:xfrm>
                <a:off x="4410346" y="3327118"/>
                <a:ext cx="328436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200" b="1" dirty="0">
                    <a:solidFill>
                      <a:srgbClr val="C0000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将稳态时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2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st</m:t>
                        </m:r>
                      </m:sup>
                    </m:sSup>
                  </m:oMath>
                </a14:m>
                <a:r>
                  <a:rPr lang="zh-CN" altLang="en-US" sz="2200" b="1" dirty="0">
                    <a:solidFill>
                      <a:srgbClr val="C0000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替换为 </a:t>
                </a:r>
                <a14:m>
                  <m:oMath xmlns:m="http://schemas.openxmlformats.org/officeDocument/2006/math">
                    <m:r>
                      <a:rPr lang="en-US" altLang="zh-CN" sz="22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𝝆</m:t>
                    </m:r>
                    <m:d>
                      <m:dPr>
                        <m:ctrlPr>
                          <a:rPr lang="en-US" altLang="zh-CN" sz="22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e>
                    </m:d>
                  </m:oMath>
                </a14:m>
                <a:endParaRPr lang="zh-CN" altLang="en-US" sz="2200" b="1" dirty="0" err="1">
                  <a:solidFill>
                    <a:srgbClr val="C00000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7EB7ECE7-57FA-0190-5574-C317CC1A0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0346" y="3327118"/>
                <a:ext cx="3284361" cy="430887"/>
              </a:xfrm>
              <a:prstGeom prst="rect">
                <a:avLst/>
              </a:prstGeom>
              <a:blipFill>
                <a:blip r:embed="rId5"/>
                <a:stretch>
                  <a:fillRect l="-1855" t="-8571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97007BF-8101-C26E-EE3C-D55973EDBEAB}"/>
                  </a:ext>
                </a:extLst>
              </p:cNvPr>
              <p:cNvSpPr txBox="1"/>
              <p:nvPr/>
            </p:nvSpPr>
            <p:spPr>
              <a:xfrm>
                <a:off x="6788595" y="4813355"/>
                <a:ext cx="1015213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rgbClr val="002060"/>
                    </a:solidFill>
                    <a:latin typeface="等线" panose="02010600030101010101" pitchFamily="2" charset="-122"/>
                  </a:rPr>
                  <a:t>计算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𝝆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等线" panose="02010600030101010101" pitchFamily="2" charset="-122"/>
                  </a:rPr>
                  <a:t>对应的</a:t>
                </a:r>
                <a:r>
                  <a:rPr lang="zh-CN" altLang="en-US" sz="2000" b="1" dirty="0">
                    <a:solidFill>
                      <a:srgbClr val="002060"/>
                    </a:solidFill>
                    <a:latin typeface="+mn-ea"/>
                  </a:rPr>
                  <a:t>谱函数</a:t>
                </a:r>
                <a:endParaRPr lang="zh-CN" altLang="en-US" sz="2000" b="1" dirty="0">
                  <a:solidFill>
                    <a:srgbClr val="002060"/>
                  </a:solidFill>
                  <a:latin typeface="等线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97007BF-8101-C26E-EE3C-D55973EDB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595" y="4813355"/>
                <a:ext cx="1015213" cy="1323439"/>
              </a:xfrm>
              <a:prstGeom prst="rect">
                <a:avLst/>
              </a:prstGeom>
              <a:blipFill>
                <a:blip r:embed="rId6"/>
                <a:stretch>
                  <a:fillRect l="-3614" t="-2765" r="-3012" b="-73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88462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09852FD-9C5F-01AE-792F-B5B665689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289" y="1100614"/>
            <a:ext cx="3900025" cy="563675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CFC8A12-B4A6-F8B6-4B12-9EEFEC078B30}"/>
              </a:ext>
            </a:extLst>
          </p:cNvPr>
          <p:cNvSpPr txBox="1"/>
          <p:nvPr/>
        </p:nvSpPr>
        <p:spPr>
          <a:xfrm>
            <a:off x="1492545" y="365126"/>
            <a:ext cx="86731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HEOM-QUICK2 </a:t>
            </a:r>
            <a:r>
              <a:rPr lang="zh-CN" altLang="en-US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稳态计算输入文件介绍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964B348-B208-B698-0905-64CF8612150D}"/>
              </a:ext>
            </a:extLst>
          </p:cNvPr>
          <p:cNvSpPr/>
          <p:nvPr/>
        </p:nvSpPr>
        <p:spPr>
          <a:xfrm>
            <a:off x="1092370" y="1081564"/>
            <a:ext cx="3442809" cy="157571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C1D14F3-5877-D973-C414-E179A8095E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2046"/>
          <a:stretch/>
        </p:blipFill>
        <p:spPr>
          <a:xfrm>
            <a:off x="5829113" y="1081564"/>
            <a:ext cx="5036419" cy="2034854"/>
          </a:xfrm>
          <a:prstGeom prst="rect">
            <a:avLst/>
          </a:prstGeom>
        </p:spPr>
      </p:pic>
      <p:sp>
        <p:nvSpPr>
          <p:cNvPr id="10" name="箭头: 右 9">
            <a:extLst>
              <a:ext uri="{FF2B5EF4-FFF2-40B4-BE49-F238E27FC236}">
                <a16:creationId xmlns:a16="http://schemas.microsoft.com/office/drawing/2014/main" id="{728F676F-614D-BEBD-483E-57811438A882}"/>
              </a:ext>
            </a:extLst>
          </p:cNvPr>
          <p:cNvSpPr/>
          <p:nvPr/>
        </p:nvSpPr>
        <p:spPr>
          <a:xfrm>
            <a:off x="4851314" y="1605536"/>
            <a:ext cx="782372" cy="5277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C3E88A8-BB17-41D7-DF83-6E50FC6587E5}"/>
              </a:ext>
            </a:extLst>
          </p:cNvPr>
          <p:cNvSpPr txBox="1"/>
          <p:nvPr/>
        </p:nvSpPr>
        <p:spPr>
          <a:xfrm>
            <a:off x="5461853" y="3556917"/>
            <a:ext cx="4461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1</a:t>
            </a:r>
            <a:r>
              <a:rPr lang="zh-CN" altLang="en-US" b="1" dirty="0"/>
              <a:t>：将已知稳态作为初态，模拟体系动力学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8AA5A11-C934-B59C-31E8-D578BB55287E}"/>
              </a:ext>
            </a:extLst>
          </p:cNvPr>
          <p:cNvSpPr txBox="1"/>
          <p:nvPr/>
        </p:nvSpPr>
        <p:spPr>
          <a:xfrm>
            <a:off x="5461853" y="4085921"/>
            <a:ext cx="4692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2</a:t>
            </a:r>
            <a:r>
              <a:rPr lang="zh-CN" altLang="en-US" b="1" dirty="0"/>
              <a:t>：程序生成初猜，解线性方程组求体系稳态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D78F671-6908-60A4-93F5-348C6B7D74F9}"/>
              </a:ext>
            </a:extLst>
          </p:cNvPr>
          <p:cNvSpPr txBox="1"/>
          <p:nvPr/>
        </p:nvSpPr>
        <p:spPr>
          <a:xfrm>
            <a:off x="5461853" y="4614925"/>
            <a:ext cx="5384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3</a:t>
            </a:r>
            <a:r>
              <a:rPr lang="zh-CN" altLang="en-US" b="1" dirty="0"/>
              <a:t>：将已知稳态作为初态，解线性方程组求体系稳态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BF8DBE9-411D-1AE7-F22A-F558699D0EFB}"/>
              </a:ext>
            </a:extLst>
          </p:cNvPr>
          <p:cNvSpPr txBox="1"/>
          <p:nvPr/>
        </p:nvSpPr>
        <p:spPr>
          <a:xfrm>
            <a:off x="5461853" y="5143929"/>
            <a:ext cx="3768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4</a:t>
            </a:r>
            <a:r>
              <a:rPr lang="zh-CN" altLang="en-US" b="1" dirty="0"/>
              <a:t>：程序生成初猜，模拟体系动力学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E0ABC79-D681-4195-1562-60710EFE0207}"/>
              </a:ext>
            </a:extLst>
          </p:cNvPr>
          <p:cNvSpPr txBox="1"/>
          <p:nvPr/>
        </p:nvSpPr>
        <p:spPr>
          <a:xfrm>
            <a:off x="5461853" y="5652586"/>
            <a:ext cx="5615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6</a:t>
            </a:r>
            <a:r>
              <a:rPr lang="zh-CN" altLang="en-US" b="1" dirty="0"/>
              <a:t>：求解演化过程中某一时刻的体系谱函数等响应性质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8DE1AB5-65CA-2C73-DC34-287AD10AFD88}"/>
              </a:ext>
            </a:extLst>
          </p:cNvPr>
          <p:cNvSpPr/>
          <p:nvPr/>
        </p:nvSpPr>
        <p:spPr>
          <a:xfrm>
            <a:off x="6096000" y="1139374"/>
            <a:ext cx="3723060" cy="22302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CFEF9CF-7EFD-81A6-0424-0A8B5769DEB8}"/>
              </a:ext>
            </a:extLst>
          </p:cNvPr>
          <p:cNvSpPr txBox="1"/>
          <p:nvPr/>
        </p:nvSpPr>
        <p:spPr>
          <a:xfrm>
            <a:off x="6096000" y="6298098"/>
            <a:ext cx="4615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具体参见 </a:t>
            </a:r>
            <a:r>
              <a:rPr lang="en-US" altLang="zh-CN" b="1" dirty="0">
                <a:solidFill>
                  <a:srgbClr val="C00000"/>
                </a:solidFill>
              </a:rPr>
              <a:t>main/main.f90 </a:t>
            </a:r>
            <a:r>
              <a:rPr lang="zh-CN" altLang="en-US" dirty="0"/>
              <a:t>文件中的 </a:t>
            </a:r>
            <a:r>
              <a:rPr lang="en-US" altLang="zh-CN" b="1" dirty="0" err="1">
                <a:solidFill>
                  <a:srgbClr val="C00000"/>
                </a:solidFill>
              </a:rPr>
              <a:t>init</a:t>
            </a:r>
            <a:r>
              <a:rPr lang="en-US" altLang="zh-CN" dirty="0"/>
              <a:t> </a:t>
            </a:r>
            <a:r>
              <a:rPr lang="zh-CN" altLang="en-US" dirty="0"/>
              <a:t>变量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52DCF1E-F60C-DE58-6943-59471549C325}"/>
              </a:ext>
            </a:extLst>
          </p:cNvPr>
          <p:cNvSpPr txBox="1"/>
          <p:nvPr/>
        </p:nvSpPr>
        <p:spPr>
          <a:xfrm>
            <a:off x="9921916" y="106621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任务类型</a:t>
            </a:r>
          </a:p>
        </p:txBody>
      </p:sp>
    </p:spTree>
    <p:extLst>
      <p:ext uri="{BB962C8B-B14F-4D97-AF65-F5344CB8AC3E}">
        <p14:creationId xmlns:p14="http://schemas.microsoft.com/office/powerpoint/2010/main" val="36845229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09852FD-9C5F-01AE-792F-B5B665689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289" y="1081564"/>
            <a:ext cx="3900025" cy="563675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964B348-B208-B698-0905-64CF8612150D}"/>
              </a:ext>
            </a:extLst>
          </p:cNvPr>
          <p:cNvSpPr/>
          <p:nvPr/>
        </p:nvSpPr>
        <p:spPr>
          <a:xfrm>
            <a:off x="1092370" y="1081564"/>
            <a:ext cx="3442809" cy="157571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C1D14F3-5877-D973-C414-E179A8095E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2046"/>
          <a:stretch/>
        </p:blipFill>
        <p:spPr>
          <a:xfrm>
            <a:off x="5829113" y="1081564"/>
            <a:ext cx="5036419" cy="2034854"/>
          </a:xfrm>
          <a:prstGeom prst="rect">
            <a:avLst/>
          </a:prstGeom>
        </p:spPr>
      </p:pic>
      <p:sp>
        <p:nvSpPr>
          <p:cNvPr id="10" name="箭头: 右 9">
            <a:extLst>
              <a:ext uri="{FF2B5EF4-FFF2-40B4-BE49-F238E27FC236}">
                <a16:creationId xmlns:a16="http://schemas.microsoft.com/office/drawing/2014/main" id="{728F676F-614D-BEBD-483E-57811438A882}"/>
              </a:ext>
            </a:extLst>
          </p:cNvPr>
          <p:cNvSpPr/>
          <p:nvPr/>
        </p:nvSpPr>
        <p:spPr>
          <a:xfrm>
            <a:off x="4851314" y="1605536"/>
            <a:ext cx="782372" cy="5277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8DE1AB5-65CA-2C73-DC34-287AD10AFD88}"/>
              </a:ext>
            </a:extLst>
          </p:cNvPr>
          <p:cNvSpPr/>
          <p:nvPr/>
        </p:nvSpPr>
        <p:spPr>
          <a:xfrm>
            <a:off x="6096000" y="1317625"/>
            <a:ext cx="3723060" cy="35917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652DCF1E-F60C-DE58-6943-59471549C325}"/>
                  </a:ext>
                </a:extLst>
              </p:cNvPr>
              <p:cNvSpPr txBox="1"/>
              <p:nvPr/>
            </p:nvSpPr>
            <p:spPr>
              <a:xfrm>
                <a:off x="9921916" y="1214482"/>
                <a:ext cx="13019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/>
                  <a:t>截断阶数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652DCF1E-F60C-DE58-6943-59471549C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1916" y="1214482"/>
                <a:ext cx="1301959" cy="369332"/>
              </a:xfrm>
              <a:prstGeom prst="rect">
                <a:avLst/>
              </a:prstGeom>
              <a:blipFill>
                <a:blip r:embed="rId3"/>
                <a:stretch>
                  <a:fillRect l="-4225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E94251B-B351-E6DC-A125-B25E3D9D34ED}"/>
                  </a:ext>
                </a:extLst>
              </p:cNvPr>
              <p:cNvSpPr txBox="1"/>
              <p:nvPr/>
            </p:nvSpPr>
            <p:spPr>
              <a:xfrm>
                <a:off x="6010082" y="3353656"/>
                <a:ext cx="4525854" cy="387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b="1" dirty="0"/>
                  <a:t> 表示所有小于三阶的</a:t>
                </a:r>
                <a:r>
                  <a:rPr lang="en-US" altLang="zh-CN" b="1" dirty="0"/>
                  <a:t>ADO</a:t>
                </a:r>
                <a:r>
                  <a:rPr lang="zh-CN" altLang="en-US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𝝆</m:t>
                        </m:r>
                      </m:e>
                      <m:sup>
                        <m:d>
                          <m:d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d>
                      </m:sup>
                    </m:sSup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E94251B-B351-E6DC-A125-B25E3D9D3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0082" y="3353656"/>
                <a:ext cx="4525854" cy="387927"/>
              </a:xfrm>
              <a:prstGeom prst="rect">
                <a:avLst/>
              </a:prstGeom>
              <a:blipFill>
                <a:blip r:embed="rId4"/>
                <a:stretch>
                  <a:fillRect t="-3125" b="-234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1C072D56-E4FA-CF42-F1E3-30997588AD47}"/>
              </a:ext>
            </a:extLst>
          </p:cNvPr>
          <p:cNvSpPr txBox="1"/>
          <p:nvPr/>
        </p:nvSpPr>
        <p:spPr>
          <a:xfrm>
            <a:off x="9921916" y="1420870"/>
            <a:ext cx="1856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/>
              <a:t>Pade</a:t>
            </a:r>
            <a:r>
              <a:rPr lang="zh-CN" altLang="en-US" b="1" dirty="0"/>
              <a:t>谱极点数目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E5487BF-DB26-44DE-CD32-B278FE9756EE}"/>
                  </a:ext>
                </a:extLst>
              </p:cNvPr>
              <p:cNvSpPr txBox="1"/>
              <p:nvPr/>
            </p:nvSpPr>
            <p:spPr>
              <a:xfrm>
                <a:off x="6010082" y="4052075"/>
                <a:ext cx="5410905" cy="12463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/>
                  <a:t>如果采用 </a:t>
                </a:r>
                <a:r>
                  <a:rPr lang="en-US" altLang="zh-CN" b="1" dirty="0" err="1"/>
                  <a:t>Pade</a:t>
                </a:r>
                <a:r>
                  <a:rPr lang="en-US" altLang="zh-CN" b="1" dirty="0"/>
                  <a:t> </a:t>
                </a:r>
                <a:r>
                  <a:rPr lang="zh-CN" altLang="en-US" b="1" dirty="0"/>
                  <a:t>或者 </a:t>
                </a:r>
                <a:r>
                  <a:rPr lang="en-US" altLang="zh-CN" b="1" dirty="0"/>
                  <a:t>Fano </a:t>
                </a:r>
                <a:r>
                  <a:rPr lang="zh-CN" altLang="en-US" b="1" dirty="0"/>
                  <a:t>谱分解，</a:t>
                </a:r>
                <a:endParaRPr lang="en-US" altLang="zh-CN" b="1" dirty="0"/>
              </a:p>
              <a:p>
                <a:r>
                  <a:rPr lang="zh-CN" altLang="en-US" b="1" dirty="0"/>
                  <a:t>则谱分解得到的指数数目为</a:t>
                </a:r>
                <a:r>
                  <a:rPr lang="en-US" altLang="zh-CN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𝟐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b="1" i="0" smtClean="0">
                                <a:latin typeface="Cambria Math" panose="02040503050406030204" pitchFamily="18" charset="0"/>
                              </a:rPr>
                              <m:t>𝐩𝐚𝐝𝐞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𝒇𝒂</m:t>
                            </m:r>
                            <m:r>
                              <a:rPr lang="en-US" altLang="zh-CN" b="1" i="0" smtClean="0">
                                <a:latin typeface="Cambria Math" panose="02040503050406030204" pitchFamily="18" charset="0"/>
                              </a:rPr>
                              <m:t>𝐧𝐨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zh-CN" altLang="en-US" b="1" dirty="0"/>
                  <a:t>，</a:t>
                </a:r>
                <a:endParaRPr lang="en-US" altLang="zh-CN" b="1" dirty="0"/>
              </a:p>
              <a:p>
                <a:r>
                  <a:rPr lang="zh-CN" altLang="en-US" b="1" dirty="0"/>
                  <a:t>这里的 </a:t>
                </a:r>
                <a:r>
                  <a:rPr lang="en-US" altLang="zh-CN" b="1" dirty="0"/>
                  <a:t>1 </a:t>
                </a:r>
                <a:r>
                  <a:rPr lang="zh-CN" altLang="en-US" b="1" dirty="0"/>
                  <a:t>源自环境的洛伦兹型谱密度函数，</a:t>
                </a:r>
                <a:endParaRPr lang="en-US" altLang="zh-CN" b="1" dirty="0"/>
              </a:p>
              <a:p>
                <a:r>
                  <a:rPr lang="zh-CN" altLang="en-US" b="1" dirty="0"/>
                  <a:t>而 </a:t>
                </a:r>
                <a:r>
                  <a:rPr lang="en-US" altLang="zh-CN" b="1" dirty="0"/>
                  <a:t>2 </a:t>
                </a:r>
                <a:r>
                  <a:rPr lang="zh-CN" altLang="en-US" b="1" dirty="0"/>
                  <a:t>源自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=±</m:t>
                    </m:r>
                  </m:oMath>
                </a14:m>
                <a:r>
                  <a:rPr lang="zh-CN" altLang="en-US" b="1" dirty="0"/>
                  <a:t> 两类不同情况。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E5487BF-DB26-44DE-CD32-B278FE975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0082" y="4052075"/>
                <a:ext cx="5410905" cy="1246303"/>
              </a:xfrm>
              <a:prstGeom prst="rect">
                <a:avLst/>
              </a:prstGeom>
              <a:blipFill>
                <a:blip r:embed="rId5"/>
                <a:stretch>
                  <a:fillRect l="-1014" t="-2941" b="-73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595B1681-4093-3C1E-DDEB-29C41863D594}"/>
              </a:ext>
            </a:extLst>
          </p:cNvPr>
          <p:cNvSpPr txBox="1"/>
          <p:nvPr/>
        </p:nvSpPr>
        <p:spPr>
          <a:xfrm>
            <a:off x="1492545" y="365126"/>
            <a:ext cx="86731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HEOM-QUICK2 </a:t>
            </a:r>
            <a:r>
              <a:rPr lang="zh-CN" altLang="en-US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稳态计算输入文件介绍</a:t>
            </a:r>
          </a:p>
        </p:txBody>
      </p:sp>
    </p:spTree>
    <p:extLst>
      <p:ext uri="{BB962C8B-B14F-4D97-AF65-F5344CB8AC3E}">
        <p14:creationId xmlns:p14="http://schemas.microsoft.com/office/powerpoint/2010/main" val="29096280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09852FD-9C5F-01AE-792F-B5B665689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289" y="1081564"/>
            <a:ext cx="3900025" cy="563675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964B348-B208-B698-0905-64CF8612150D}"/>
              </a:ext>
            </a:extLst>
          </p:cNvPr>
          <p:cNvSpPr/>
          <p:nvPr/>
        </p:nvSpPr>
        <p:spPr>
          <a:xfrm>
            <a:off x="1092370" y="1081564"/>
            <a:ext cx="3442809" cy="157571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C1D14F3-5877-D973-C414-E179A8095E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2046"/>
          <a:stretch/>
        </p:blipFill>
        <p:spPr>
          <a:xfrm>
            <a:off x="5829113" y="1081564"/>
            <a:ext cx="5036419" cy="2034854"/>
          </a:xfrm>
          <a:prstGeom prst="rect">
            <a:avLst/>
          </a:prstGeom>
        </p:spPr>
      </p:pic>
      <p:sp>
        <p:nvSpPr>
          <p:cNvPr id="10" name="箭头: 右 9">
            <a:extLst>
              <a:ext uri="{FF2B5EF4-FFF2-40B4-BE49-F238E27FC236}">
                <a16:creationId xmlns:a16="http://schemas.microsoft.com/office/drawing/2014/main" id="{728F676F-614D-BEBD-483E-57811438A882}"/>
              </a:ext>
            </a:extLst>
          </p:cNvPr>
          <p:cNvSpPr/>
          <p:nvPr/>
        </p:nvSpPr>
        <p:spPr>
          <a:xfrm>
            <a:off x="4851314" y="1605536"/>
            <a:ext cx="782372" cy="5277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8DE1AB5-65CA-2C73-DC34-287AD10AFD88}"/>
              </a:ext>
            </a:extLst>
          </p:cNvPr>
          <p:cNvSpPr/>
          <p:nvPr/>
        </p:nvSpPr>
        <p:spPr>
          <a:xfrm>
            <a:off x="6096000" y="2087357"/>
            <a:ext cx="4404258" cy="69994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52DCF1E-F60C-DE58-6943-59471549C325}"/>
              </a:ext>
            </a:extLst>
          </p:cNvPr>
          <p:cNvSpPr txBox="1"/>
          <p:nvPr/>
        </p:nvSpPr>
        <p:spPr>
          <a:xfrm>
            <a:off x="10500258" y="1894189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环境能带宽度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E94251B-B351-E6DC-A125-B25E3D9D34ED}"/>
                  </a:ext>
                </a:extLst>
              </p:cNvPr>
              <p:cNvSpPr txBox="1"/>
              <p:nvPr/>
            </p:nvSpPr>
            <p:spPr>
              <a:xfrm>
                <a:off x="6188053" y="3372251"/>
                <a:ext cx="28263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𝜶</m:t>
                        </m:r>
                      </m:sub>
                    </m:sSub>
                  </m:oMath>
                </a14:m>
                <a:r>
                  <a:rPr lang="zh-CN" altLang="en-US" b="1" dirty="0"/>
                  <a:t>：</a:t>
                </a:r>
                <a:r>
                  <a:rPr lang="en-US" altLang="zh-CN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zh-CN" altLang="en-US" b="1" dirty="0"/>
                  <a:t>电子库能带宽度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E94251B-B351-E6DC-A125-B25E3D9D3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8053" y="3372251"/>
                <a:ext cx="2826351" cy="369332"/>
              </a:xfrm>
              <a:prstGeom prst="rect">
                <a:avLst/>
              </a:prstGeom>
              <a:blipFill>
                <a:blip r:embed="rId3"/>
                <a:stretch>
                  <a:fillRect t="-8197" r="-1509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F3C09E28-57C3-BB90-AB03-1EDD567B408B}"/>
              </a:ext>
            </a:extLst>
          </p:cNvPr>
          <p:cNvSpPr txBox="1"/>
          <p:nvPr/>
        </p:nvSpPr>
        <p:spPr>
          <a:xfrm>
            <a:off x="10500258" y="2120289"/>
            <a:ext cx="1518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环境</a:t>
            </a:r>
            <a:r>
              <a:rPr lang="en-US" altLang="zh-CN" sz="1600" b="1" dirty="0"/>
              <a:t>-</a:t>
            </a:r>
            <a:r>
              <a:rPr lang="zh-CN" altLang="en-US" sz="1600" b="1" dirty="0"/>
              <a:t>体系杂化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C2FF1A-4026-F66B-29A4-C58F9DA3E85E}"/>
              </a:ext>
            </a:extLst>
          </p:cNvPr>
          <p:cNvSpPr txBox="1"/>
          <p:nvPr/>
        </p:nvSpPr>
        <p:spPr>
          <a:xfrm>
            <a:off x="10500257" y="234265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环境温度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8288B10-75D0-AE90-A733-A6A1E7731FEA}"/>
                  </a:ext>
                </a:extLst>
              </p:cNvPr>
              <p:cNvSpPr txBox="1"/>
              <p:nvPr/>
            </p:nvSpPr>
            <p:spPr>
              <a:xfrm>
                <a:off x="6188053" y="3840677"/>
                <a:ext cx="4923014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𝚪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𝝂𝜶</m:t>
                        </m:r>
                      </m:sub>
                    </m:sSub>
                  </m:oMath>
                </a14:m>
                <a:r>
                  <a:rPr lang="zh-CN" altLang="en-US" b="1" dirty="0"/>
                  <a:t>：第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𝝂</m:t>
                    </m:r>
                  </m:oMath>
                </a14:m>
                <a:r>
                  <a:rPr lang="zh-CN" altLang="en-US" b="1" dirty="0"/>
                  <a:t>个体系杂质与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zh-CN" altLang="en-US" b="1" dirty="0"/>
                  <a:t>电子库的杂化强度，</a:t>
                </a:r>
                <a:endParaRPr lang="en-US" altLang="zh-CN" b="1" dirty="0"/>
              </a:p>
              <a:p>
                <a:r>
                  <a:rPr lang="en-US" altLang="zh-CN" b="1" dirty="0"/>
                  <a:t>         </a:t>
                </a:r>
                <a:r>
                  <a:rPr lang="zh-CN" altLang="en-US" b="1" dirty="0">
                    <a:solidFill>
                      <a:srgbClr val="C00000"/>
                    </a:solidFill>
                  </a:rPr>
                  <a:t>这里只考虑对角耦合，</a:t>
                </a:r>
                <a:endParaRPr lang="en-US" altLang="zh-CN" b="1" dirty="0">
                  <a:solidFill>
                    <a:srgbClr val="C00000"/>
                  </a:solidFill>
                </a:endParaRPr>
              </a:p>
              <a:p>
                <a:r>
                  <a:rPr lang="zh-CN" altLang="en-US" b="1" dirty="0">
                    <a:solidFill>
                      <a:srgbClr val="C00000"/>
                    </a:solidFill>
                  </a:rPr>
                  <a:t>         并且对不同自旋电子耦合强度一样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8288B10-75D0-AE90-A733-A6A1E7731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8053" y="3840677"/>
                <a:ext cx="4923014" cy="923330"/>
              </a:xfrm>
              <a:prstGeom prst="rect">
                <a:avLst/>
              </a:prstGeom>
              <a:blipFill>
                <a:blip r:embed="rId4"/>
                <a:stretch>
                  <a:fillRect t="-3311" r="-866" b="-99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B403683-9B89-FDAD-4ED6-26DFCFD81A5C}"/>
                  </a:ext>
                </a:extLst>
              </p:cNvPr>
              <p:cNvSpPr txBox="1"/>
              <p:nvPr/>
            </p:nvSpPr>
            <p:spPr>
              <a:xfrm>
                <a:off x="6188053" y="5229757"/>
                <a:ext cx="22813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𝜶</m:t>
                        </m:r>
                      </m:sub>
                    </m:sSub>
                  </m:oMath>
                </a14:m>
                <a:r>
                  <a:rPr lang="zh-CN" altLang="en-US" b="1" dirty="0"/>
                  <a:t>：</a:t>
                </a:r>
                <a:r>
                  <a:rPr lang="en-US" altLang="zh-CN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zh-CN" altLang="en-US" b="1" dirty="0"/>
                  <a:t>电子库温度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B403683-9B89-FDAD-4ED6-26DFCFD81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8053" y="5229757"/>
                <a:ext cx="2281330" cy="369332"/>
              </a:xfrm>
              <a:prstGeom prst="rect">
                <a:avLst/>
              </a:prstGeom>
              <a:blipFill>
                <a:blip r:embed="rId5"/>
                <a:stretch>
                  <a:fillRect t="-10000" r="-2139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456210FA-9FD8-ECE1-F518-196F7054C475}"/>
              </a:ext>
            </a:extLst>
          </p:cNvPr>
          <p:cNvSpPr txBox="1"/>
          <p:nvPr/>
        </p:nvSpPr>
        <p:spPr>
          <a:xfrm>
            <a:off x="10500256" y="2558652"/>
            <a:ext cx="12955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化学势</a:t>
            </a:r>
            <a:r>
              <a:rPr lang="en-US" altLang="zh-CN" sz="1600" b="1" dirty="0"/>
              <a:t>/</a:t>
            </a:r>
            <a:r>
              <a:rPr lang="zh-CN" altLang="en-US" sz="1600" b="1" dirty="0"/>
              <a:t>偏压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C05A7FF-3FF5-754F-52F1-D9BBDA959405}"/>
                  </a:ext>
                </a:extLst>
              </p:cNvPr>
              <p:cNvSpPr txBox="1"/>
              <p:nvPr/>
            </p:nvSpPr>
            <p:spPr>
              <a:xfrm>
                <a:off x="6662935" y="4758678"/>
                <a:ext cx="2202557" cy="3725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  <m:sSup>
                            <m:sSupPr>
                              <m:ctrlPr>
                                <a:rPr lang="en-US" altLang="zh-CN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=0 </m:t>
                      </m:r>
                      <m:d>
                        <m:dPr>
                          <m:ctrlPr>
                            <a:rPr lang="en-US" altLang="zh-CN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≠</m:t>
                          </m:r>
                          <m:sSup>
                            <m:sSupPr>
                              <m:ctrlPr>
                                <a:rPr lang="en-US" altLang="zh-CN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C05A7FF-3FF5-754F-52F1-D9BBDA959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2935" y="4758678"/>
                <a:ext cx="2202557" cy="3725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5CCD09D-C468-E8E8-B7DE-6E6E8830DF1B}"/>
                  </a:ext>
                </a:extLst>
              </p:cNvPr>
              <p:cNvSpPr txBox="1"/>
              <p:nvPr/>
            </p:nvSpPr>
            <p:spPr>
              <a:xfrm>
                <a:off x="8746299" y="4758678"/>
                <a:ext cx="27593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𝜈𝜈</m:t>
                          </m:r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↑</m:t>
                          </m:r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𝜈𝜈</m:t>
                          </m:r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↓</m:t>
                          </m:r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𝜈𝛼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5CCD09D-C468-E8E8-B7DE-6E6E8830D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6299" y="4758678"/>
                <a:ext cx="2759361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A2BBCFA9-373E-8DD4-94C9-FDE722E071F2}"/>
              </a:ext>
            </a:extLst>
          </p:cNvPr>
          <p:cNvSpPr txBox="1"/>
          <p:nvPr/>
        </p:nvSpPr>
        <p:spPr>
          <a:xfrm>
            <a:off x="10217325" y="1472859"/>
            <a:ext cx="188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L,R</a:t>
            </a:r>
            <a:r>
              <a:rPr lang="zh-CN" altLang="en-US" b="1" dirty="0"/>
              <a:t>表示左右环境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2C8F55A-1384-1144-6420-06252616B1DB}"/>
                  </a:ext>
                </a:extLst>
              </p:cNvPr>
              <p:cNvSpPr txBox="1"/>
              <p:nvPr/>
            </p:nvSpPr>
            <p:spPr>
              <a:xfrm>
                <a:off x="6188053" y="5762590"/>
                <a:ext cx="46882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𝜶</m:t>
                        </m:r>
                      </m:sub>
                    </m:sSub>
                  </m:oMath>
                </a14:m>
                <a:r>
                  <a:rPr lang="zh-CN" altLang="en-US" b="1" dirty="0"/>
                  <a:t>：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zh-CN" altLang="en-US" b="1" dirty="0"/>
                  <a:t>电子自旋在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zh-CN" altLang="en-US" b="1" dirty="0"/>
                  <a:t>电子库对应的化学势</a:t>
                </a: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2C8F55A-1384-1144-6420-06252616B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8053" y="5762590"/>
                <a:ext cx="4688206" cy="369332"/>
              </a:xfrm>
              <a:prstGeom prst="rect">
                <a:avLst/>
              </a:prstGeom>
              <a:blipFill>
                <a:blip r:embed="rId8"/>
                <a:stretch>
                  <a:fillRect t="-8197" r="-1300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本框 21">
            <a:extLst>
              <a:ext uri="{FF2B5EF4-FFF2-40B4-BE49-F238E27FC236}">
                <a16:creationId xmlns:a16="http://schemas.microsoft.com/office/drawing/2014/main" id="{EC00A894-11FE-8722-932C-3065775D0D03}"/>
              </a:ext>
            </a:extLst>
          </p:cNvPr>
          <p:cNvSpPr txBox="1"/>
          <p:nvPr/>
        </p:nvSpPr>
        <p:spPr>
          <a:xfrm>
            <a:off x="1492545" y="365126"/>
            <a:ext cx="86731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HEOM-QUICK2 </a:t>
            </a:r>
            <a:r>
              <a:rPr lang="zh-CN" altLang="en-US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稳态计算输入文件介绍</a:t>
            </a:r>
          </a:p>
        </p:txBody>
      </p:sp>
    </p:spTree>
    <p:extLst>
      <p:ext uri="{BB962C8B-B14F-4D97-AF65-F5344CB8AC3E}">
        <p14:creationId xmlns:p14="http://schemas.microsoft.com/office/powerpoint/2010/main" val="12058988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09852FD-9C5F-01AE-792F-B5B665689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289" y="1081564"/>
            <a:ext cx="3900025" cy="563675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964B348-B208-B698-0905-64CF8612150D}"/>
              </a:ext>
            </a:extLst>
          </p:cNvPr>
          <p:cNvSpPr/>
          <p:nvPr/>
        </p:nvSpPr>
        <p:spPr>
          <a:xfrm>
            <a:off x="1092370" y="1081564"/>
            <a:ext cx="3442809" cy="157571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C1D14F3-5877-D973-C414-E179A8095E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2046"/>
          <a:stretch/>
        </p:blipFill>
        <p:spPr>
          <a:xfrm>
            <a:off x="5829113" y="1081564"/>
            <a:ext cx="5036419" cy="2034854"/>
          </a:xfrm>
          <a:prstGeom prst="rect">
            <a:avLst/>
          </a:prstGeom>
        </p:spPr>
      </p:pic>
      <p:sp>
        <p:nvSpPr>
          <p:cNvPr id="10" name="箭头: 右 9">
            <a:extLst>
              <a:ext uri="{FF2B5EF4-FFF2-40B4-BE49-F238E27FC236}">
                <a16:creationId xmlns:a16="http://schemas.microsoft.com/office/drawing/2014/main" id="{728F676F-614D-BEBD-483E-57811438A882}"/>
              </a:ext>
            </a:extLst>
          </p:cNvPr>
          <p:cNvSpPr/>
          <p:nvPr/>
        </p:nvSpPr>
        <p:spPr>
          <a:xfrm>
            <a:off x="4851314" y="1605536"/>
            <a:ext cx="782372" cy="5277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8DE1AB5-65CA-2C73-DC34-287AD10AFD88}"/>
              </a:ext>
            </a:extLst>
          </p:cNvPr>
          <p:cNvSpPr/>
          <p:nvPr/>
        </p:nvSpPr>
        <p:spPr>
          <a:xfrm>
            <a:off x="6096000" y="2732198"/>
            <a:ext cx="3723060" cy="36734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52DCF1E-F60C-DE58-6943-59471549C325}"/>
              </a:ext>
            </a:extLst>
          </p:cNvPr>
          <p:cNvSpPr txBox="1"/>
          <p:nvPr/>
        </p:nvSpPr>
        <p:spPr>
          <a:xfrm>
            <a:off x="9888708" y="2721041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动力学演化时长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E94251B-B351-E6DC-A125-B25E3D9D34ED}"/>
                  </a:ext>
                </a:extLst>
              </p:cNvPr>
              <p:cNvSpPr txBox="1"/>
              <p:nvPr/>
            </p:nvSpPr>
            <p:spPr>
              <a:xfrm>
                <a:off x="6188053" y="4020095"/>
                <a:ext cx="24419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𝑒𝑛𝑑</m:t>
                        </m:r>
                      </m:sub>
                    </m:sSub>
                  </m:oMath>
                </a14:m>
                <a:r>
                  <a:rPr lang="zh-CN" altLang="en-US" dirty="0"/>
                  <a:t>：</a:t>
                </a:r>
                <a:r>
                  <a:rPr lang="zh-CN" altLang="en-US" b="1" dirty="0"/>
                  <a:t>动力学演化时长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E94251B-B351-E6DC-A125-B25E3D9D3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8053" y="4020095"/>
                <a:ext cx="2441951" cy="369332"/>
              </a:xfrm>
              <a:prstGeom prst="rect">
                <a:avLst/>
              </a:prstGeom>
              <a:blipFill>
                <a:blip r:embed="rId3"/>
                <a:stretch>
                  <a:fillRect t="-8197" r="-1995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F3C09E28-57C3-BB90-AB03-1EDD567B408B}"/>
              </a:ext>
            </a:extLst>
          </p:cNvPr>
          <p:cNvSpPr txBox="1"/>
          <p:nvPr/>
        </p:nvSpPr>
        <p:spPr>
          <a:xfrm>
            <a:off x="9888708" y="2947141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动力学演化步长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8288B10-75D0-AE90-A733-A6A1E7731FEA}"/>
                  </a:ext>
                </a:extLst>
              </p:cNvPr>
              <p:cNvSpPr txBox="1"/>
              <p:nvPr/>
            </p:nvSpPr>
            <p:spPr>
              <a:xfrm>
                <a:off x="6188053" y="4488521"/>
                <a:ext cx="4235262" cy="4821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dirty="0"/>
                  <a:t>：</a:t>
                </a:r>
                <a:r>
                  <a:rPr lang="zh-CN" altLang="en-US" b="1" dirty="0"/>
                  <a:t>动力学演化步长，总步数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𝑒𝑛𝑑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8288B10-75D0-AE90-A733-A6A1E7731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8053" y="4488521"/>
                <a:ext cx="4235262" cy="482120"/>
              </a:xfrm>
              <a:prstGeom prst="rect">
                <a:avLst/>
              </a:prstGeom>
              <a:blipFill>
                <a:blip r:embed="rId4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0884C18D-E480-A6AE-4192-C773860C0702}"/>
              </a:ext>
            </a:extLst>
          </p:cNvPr>
          <p:cNvSpPr txBox="1"/>
          <p:nvPr/>
        </p:nvSpPr>
        <p:spPr>
          <a:xfrm>
            <a:off x="6188053" y="3491465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以下参数仅在动力学演化计算中读取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429F155-6526-7D79-2D5E-E0437A189A3C}"/>
              </a:ext>
            </a:extLst>
          </p:cNvPr>
          <p:cNvSpPr txBox="1"/>
          <p:nvPr/>
        </p:nvSpPr>
        <p:spPr>
          <a:xfrm>
            <a:off x="1492545" y="365126"/>
            <a:ext cx="86731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HEOM-QUICK2 </a:t>
            </a:r>
            <a:r>
              <a:rPr lang="zh-CN" altLang="en-US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稳态计算输入文件介绍</a:t>
            </a:r>
          </a:p>
        </p:txBody>
      </p:sp>
    </p:spTree>
    <p:extLst>
      <p:ext uri="{BB962C8B-B14F-4D97-AF65-F5344CB8AC3E}">
        <p14:creationId xmlns:p14="http://schemas.microsoft.com/office/powerpoint/2010/main" val="25866249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09852FD-9C5F-01AE-792F-B5B665689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289" y="1081564"/>
            <a:ext cx="3900025" cy="563675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964B348-B208-B698-0905-64CF8612150D}"/>
              </a:ext>
            </a:extLst>
          </p:cNvPr>
          <p:cNvSpPr/>
          <p:nvPr/>
        </p:nvSpPr>
        <p:spPr>
          <a:xfrm>
            <a:off x="1037137" y="2583641"/>
            <a:ext cx="3718970" cy="58914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C1D14F3-5877-D973-C414-E179A8095E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173" b="62677"/>
          <a:stretch/>
        </p:blipFill>
        <p:spPr>
          <a:xfrm>
            <a:off x="5902756" y="1453806"/>
            <a:ext cx="6062380" cy="889313"/>
          </a:xfrm>
          <a:prstGeom prst="rect">
            <a:avLst/>
          </a:prstGeom>
        </p:spPr>
      </p:pic>
      <p:sp>
        <p:nvSpPr>
          <p:cNvPr id="10" name="箭头: 右 9">
            <a:extLst>
              <a:ext uri="{FF2B5EF4-FFF2-40B4-BE49-F238E27FC236}">
                <a16:creationId xmlns:a16="http://schemas.microsoft.com/office/drawing/2014/main" id="{728F676F-614D-BEBD-483E-57811438A882}"/>
              </a:ext>
            </a:extLst>
          </p:cNvPr>
          <p:cNvSpPr/>
          <p:nvPr/>
        </p:nvSpPr>
        <p:spPr>
          <a:xfrm>
            <a:off x="4851314" y="1605536"/>
            <a:ext cx="782372" cy="5277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84C18D-E480-A6AE-4192-C773860C0702}"/>
              </a:ext>
            </a:extLst>
          </p:cNvPr>
          <p:cNvSpPr txBox="1"/>
          <p:nvPr/>
        </p:nvSpPr>
        <p:spPr>
          <a:xfrm>
            <a:off x="5856660" y="2592263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para4: </a:t>
            </a:r>
            <a:r>
              <a:rPr lang="zh-CN" altLang="en-US" b="1" dirty="0"/>
              <a:t>双杂质 </a:t>
            </a:r>
            <a:r>
              <a:rPr lang="en-US" altLang="zh-CN" b="1" dirty="0"/>
              <a:t>Anderson </a:t>
            </a:r>
            <a:r>
              <a:rPr lang="zh-CN" altLang="en-US" b="1" dirty="0"/>
              <a:t>模型哈密顿量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B72C60B-101E-E818-ED6F-8C7B513C9035}"/>
                  </a:ext>
                </a:extLst>
              </p:cNvPr>
              <p:cNvSpPr txBox="1"/>
              <p:nvPr/>
            </p:nvSpPr>
            <p:spPr>
              <a:xfrm>
                <a:off x="5902756" y="3073572"/>
                <a:ext cx="3849772" cy="3483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𝐻</m:t>
                            </m:r>
                          </m:e>
                        </m:acc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𝑆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𝜖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𝑣𝑠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𝑣𝑠</m:t>
                            </m:r>
                          </m:sub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†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𝑣𝑠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naryPr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𝑣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𝑣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↑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𝑣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↓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zh-CN" altLang="en-US" sz="2000" dirty="0" err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B72C60B-101E-E818-ED6F-8C7B513C9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2756" y="3073572"/>
                <a:ext cx="3849772" cy="348300"/>
              </a:xfrm>
              <a:prstGeom prst="rect">
                <a:avLst/>
              </a:prstGeom>
              <a:blipFill>
                <a:blip r:embed="rId3"/>
                <a:stretch>
                  <a:fillRect l="-316" t="-140351" r="-2690" b="-228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8713340-DB52-BE56-76CA-7EAAA09BF7B2}"/>
                  </a:ext>
                </a:extLst>
              </p:cNvPr>
              <p:cNvSpPr txBox="1"/>
              <p:nvPr/>
            </p:nvSpPr>
            <p:spPr>
              <a:xfrm>
                <a:off x="6453792" y="3460959"/>
                <a:ext cx="5738208" cy="4621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 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𝐽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zh-CN" altLang="en-US" sz="2000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𝑺</m:t>
                            </m:r>
                          </m:e>
                        </m:acc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∙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zh-CN" altLang="en-US" sz="2000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𝑺</m:t>
                            </m:r>
                          </m:e>
                        </m:acc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𝑈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12</m:t>
                        </m:r>
                      </m:sub>
                    </m:sSub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e>
                        </m:acc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e>
                        </m:acc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12</m:t>
                        </m:r>
                      </m:sub>
                    </m:sSub>
                    <m:nary>
                      <m:naryPr>
                        <m:chr m:val="∑"/>
                        <m:supHide m:val="on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𝑠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†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H</m:t>
                            </m:r>
                            <m:r>
                              <a:rPr lang="en-US" altLang="zh-CN" sz="2000" b="0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.</m:t>
                            </m:r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c</m:t>
                            </m:r>
                            <m:r>
                              <a:rPr lang="en-US" altLang="zh-CN" sz="2000" b="0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.</m:t>
                            </m:r>
                          </m:e>
                        </m:d>
                      </m:e>
                    </m:nary>
                  </m:oMath>
                </a14:m>
                <a:r>
                  <a:rPr lang="zh-CN" altLang="en-US" sz="2000" dirty="0"/>
                  <a:t> 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8713340-DB52-BE56-76CA-7EAAA09BF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3792" y="3460959"/>
                <a:ext cx="5738208" cy="462178"/>
              </a:xfrm>
              <a:prstGeom prst="rect">
                <a:avLst/>
              </a:prstGeom>
              <a:blipFill>
                <a:blip r:embed="rId4"/>
                <a:stretch>
                  <a:fillRect t="-96053" b="-15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04816992-E1DE-1825-112D-949E984E6EEF}"/>
              </a:ext>
            </a:extLst>
          </p:cNvPr>
          <p:cNvSpPr txBox="1"/>
          <p:nvPr/>
        </p:nvSpPr>
        <p:spPr>
          <a:xfrm>
            <a:off x="5856660" y="4066140"/>
            <a:ext cx="4277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para1: </a:t>
            </a:r>
            <a:r>
              <a:rPr lang="zh-CN" altLang="en-US" b="1" dirty="0"/>
              <a:t>单杂质 </a:t>
            </a:r>
            <a:r>
              <a:rPr lang="en-US" altLang="zh-CN" b="1" dirty="0"/>
              <a:t>Anderson </a:t>
            </a:r>
            <a:r>
              <a:rPr lang="zh-CN" altLang="en-US" b="1" dirty="0"/>
              <a:t>模型哈密顿量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98E7B9F-527C-DBF5-0533-B705D5E46F0C}"/>
                  </a:ext>
                </a:extLst>
              </p:cNvPr>
              <p:cNvSpPr txBox="1"/>
              <p:nvPr/>
            </p:nvSpPr>
            <p:spPr>
              <a:xfrm>
                <a:off x="5945690" y="4526417"/>
                <a:ext cx="2789995" cy="3483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𝐻</m:t>
                            </m:r>
                          </m:e>
                        </m:acc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𝑆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𝜖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</m:t>
                            </m:r>
                          </m:sub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†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𝑈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↑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↓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zh-CN" altLang="en-US" sz="2000" dirty="0" err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98E7B9F-527C-DBF5-0533-B705D5E46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5690" y="4526417"/>
                <a:ext cx="2789995" cy="348300"/>
              </a:xfrm>
              <a:prstGeom prst="rect">
                <a:avLst/>
              </a:prstGeom>
              <a:blipFill>
                <a:blip r:embed="rId5"/>
                <a:stretch>
                  <a:fillRect l="-655" t="-142105" r="-7860" b="-226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图片 15">
            <a:extLst>
              <a:ext uri="{FF2B5EF4-FFF2-40B4-BE49-F238E27FC236}">
                <a16:creationId xmlns:a16="http://schemas.microsoft.com/office/drawing/2014/main" id="{68302BEF-B111-FB1A-BBC4-93B2F27696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3042" y="5027682"/>
            <a:ext cx="5855569" cy="261701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A9FC98CF-89C4-94B9-53E7-2515C2E0EEFD}"/>
              </a:ext>
            </a:extLst>
          </p:cNvPr>
          <p:cNvSpPr txBox="1"/>
          <p:nvPr/>
        </p:nvSpPr>
        <p:spPr>
          <a:xfrm>
            <a:off x="5856659" y="5466927"/>
            <a:ext cx="4237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para5: </a:t>
            </a:r>
            <a:r>
              <a:rPr lang="zh-CN" altLang="en-US" b="1" dirty="0"/>
              <a:t>三杂质 </a:t>
            </a:r>
            <a:r>
              <a:rPr lang="en-US" altLang="zh-CN" b="1" dirty="0"/>
              <a:t>Anderson </a:t>
            </a:r>
            <a:r>
              <a:rPr lang="zh-CN" altLang="en-US" b="1" dirty="0"/>
              <a:t>模型哈密顿量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DC25E6B-68DD-0A17-00B4-22B95C9C3665}"/>
              </a:ext>
            </a:extLst>
          </p:cNvPr>
          <p:cNvSpPr txBox="1"/>
          <p:nvPr/>
        </p:nvSpPr>
        <p:spPr>
          <a:xfrm>
            <a:off x="5863735" y="5951506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支持自定义哈密顿量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FFB470E-9EF5-A9AE-B3FC-F7F3E1129DDB}"/>
              </a:ext>
            </a:extLst>
          </p:cNvPr>
          <p:cNvSpPr txBox="1"/>
          <p:nvPr/>
        </p:nvSpPr>
        <p:spPr>
          <a:xfrm>
            <a:off x="7311138" y="6356924"/>
            <a:ext cx="3339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具体参见 </a:t>
            </a:r>
            <a:r>
              <a:rPr lang="en-US" altLang="zh-CN" b="1" dirty="0">
                <a:solidFill>
                  <a:srgbClr val="C00000"/>
                </a:solidFill>
              </a:rPr>
              <a:t>main/calchs.f90 </a:t>
            </a:r>
            <a:r>
              <a:rPr lang="zh-CN" altLang="en-US" dirty="0"/>
              <a:t>文件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00BE9A7-CEAA-FCE8-F364-3579443E44D5}"/>
              </a:ext>
            </a:extLst>
          </p:cNvPr>
          <p:cNvSpPr txBox="1"/>
          <p:nvPr/>
        </p:nvSpPr>
        <p:spPr>
          <a:xfrm>
            <a:off x="1492545" y="365126"/>
            <a:ext cx="86731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HEOM-QUICK2 </a:t>
            </a:r>
            <a:r>
              <a:rPr lang="zh-CN" altLang="en-US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稳态计算输入文件介绍</a:t>
            </a:r>
          </a:p>
        </p:txBody>
      </p:sp>
    </p:spTree>
    <p:extLst>
      <p:ext uri="{BB962C8B-B14F-4D97-AF65-F5344CB8AC3E}">
        <p14:creationId xmlns:p14="http://schemas.microsoft.com/office/powerpoint/2010/main" val="24832511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09852FD-9C5F-01AE-792F-B5B665689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289" y="1081564"/>
            <a:ext cx="3900025" cy="563675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964B348-B208-B698-0905-64CF8612150D}"/>
              </a:ext>
            </a:extLst>
          </p:cNvPr>
          <p:cNvSpPr/>
          <p:nvPr/>
        </p:nvSpPr>
        <p:spPr>
          <a:xfrm>
            <a:off x="1037136" y="3182127"/>
            <a:ext cx="3900025" cy="46217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C1D14F3-5877-D973-C414-E179A8095E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6" t="37006" r="-1596" b="54302"/>
          <a:stretch/>
        </p:blipFill>
        <p:spPr>
          <a:xfrm>
            <a:off x="5902756" y="1453807"/>
            <a:ext cx="6062380" cy="761620"/>
          </a:xfrm>
          <a:prstGeom prst="rect">
            <a:avLst/>
          </a:prstGeom>
        </p:spPr>
      </p:pic>
      <p:sp>
        <p:nvSpPr>
          <p:cNvPr id="10" name="箭头: 右 9">
            <a:extLst>
              <a:ext uri="{FF2B5EF4-FFF2-40B4-BE49-F238E27FC236}">
                <a16:creationId xmlns:a16="http://schemas.microsoft.com/office/drawing/2014/main" id="{728F676F-614D-BEBD-483E-57811438A882}"/>
              </a:ext>
            </a:extLst>
          </p:cNvPr>
          <p:cNvSpPr/>
          <p:nvPr/>
        </p:nvSpPr>
        <p:spPr>
          <a:xfrm>
            <a:off x="4851314" y="1605536"/>
            <a:ext cx="782372" cy="5277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FFB470E-9EF5-A9AE-B3FC-F7F3E1129DDB}"/>
              </a:ext>
            </a:extLst>
          </p:cNvPr>
          <p:cNvSpPr txBox="1"/>
          <p:nvPr/>
        </p:nvSpPr>
        <p:spPr>
          <a:xfrm>
            <a:off x="6425348" y="6169708"/>
            <a:ext cx="38587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/>
              <a:t>具体参见 </a:t>
            </a:r>
            <a:r>
              <a:rPr lang="en-US" altLang="zh-CN" b="1" dirty="0">
                <a:solidFill>
                  <a:srgbClr val="C00000"/>
                </a:solidFill>
              </a:rPr>
              <a:t>main/getengyshift.f90 </a:t>
            </a:r>
            <a:r>
              <a:rPr lang="zh-CN" altLang="en-US" b="1" dirty="0">
                <a:solidFill>
                  <a:srgbClr val="C00000"/>
                </a:solidFill>
              </a:rPr>
              <a:t>和 </a:t>
            </a:r>
            <a:endParaRPr lang="en-US" altLang="zh-CN" b="1" dirty="0">
              <a:solidFill>
                <a:srgbClr val="C00000"/>
              </a:solidFill>
            </a:endParaRPr>
          </a:p>
          <a:p>
            <a:pPr algn="ctr"/>
            <a:r>
              <a:rPr lang="en-US" altLang="zh-CN" b="1" dirty="0">
                <a:solidFill>
                  <a:srgbClr val="C00000"/>
                </a:solidFill>
              </a:rPr>
              <a:t>main/ evaluatepara.f90</a:t>
            </a:r>
            <a:r>
              <a:rPr lang="zh-CN" altLang="en-US" b="1" dirty="0"/>
              <a:t>文件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FAEF7E0-A258-7328-B34C-C2BBD2399748}"/>
              </a:ext>
            </a:extLst>
          </p:cNvPr>
          <p:cNvSpPr txBox="1"/>
          <p:nvPr/>
        </p:nvSpPr>
        <p:spPr>
          <a:xfrm>
            <a:off x="1492545" y="365126"/>
            <a:ext cx="86731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HEOM-QUICK2 </a:t>
            </a:r>
            <a:r>
              <a:rPr lang="zh-CN" altLang="en-US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稳态计算输入文件介绍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0224C3C-C4A5-B317-9D8F-E716AE419077}"/>
              </a:ext>
            </a:extLst>
          </p:cNvPr>
          <p:cNvSpPr txBox="1"/>
          <p:nvPr/>
        </p:nvSpPr>
        <p:spPr>
          <a:xfrm>
            <a:off x="6003336" y="2837124"/>
            <a:ext cx="3017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/>
              <a:t>fieldtype</a:t>
            </a:r>
            <a:r>
              <a:rPr lang="en-US" altLang="zh-CN" b="1" dirty="0"/>
              <a:t>=0</a:t>
            </a:r>
            <a:r>
              <a:rPr lang="zh-CN" altLang="en-US" b="1" dirty="0"/>
              <a:t>：指数衰减电压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1D7E8EE-D59C-C8DE-E565-60B46553934A}"/>
              </a:ext>
            </a:extLst>
          </p:cNvPr>
          <p:cNvSpPr txBox="1"/>
          <p:nvPr/>
        </p:nvSpPr>
        <p:spPr>
          <a:xfrm>
            <a:off x="6003336" y="4287760"/>
            <a:ext cx="3017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/>
              <a:t>fieldtype</a:t>
            </a:r>
            <a:r>
              <a:rPr lang="en-US" altLang="zh-CN" b="1" dirty="0"/>
              <a:t>=1</a:t>
            </a:r>
            <a:r>
              <a:rPr lang="zh-CN" altLang="en-US" b="1" dirty="0"/>
              <a:t>：正弦交变电压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D7DF4CEA-23DB-2F02-1738-40BFEDA00499}"/>
                  </a:ext>
                </a:extLst>
              </p:cNvPr>
              <p:cNvSpPr txBox="1"/>
              <p:nvPr/>
            </p:nvSpPr>
            <p:spPr>
              <a:xfrm>
                <a:off x="7365236" y="3290425"/>
                <a:ext cx="3750450" cy="381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/>
                  <a:t>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𝝉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𝜶</m:t>
                        </m:r>
                      </m:sub>
                    </m:sSub>
                  </m:oMath>
                </a14:m>
                <a:r>
                  <a:rPr lang="zh-CN" altLang="en-US" b="1" dirty="0"/>
                  <a:t> 足够小，可以认为电压不变</a:t>
                </a: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D7DF4CEA-23DB-2F02-1738-40BFEDA00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5236" y="3290425"/>
                <a:ext cx="3750450" cy="381515"/>
              </a:xfrm>
              <a:prstGeom prst="rect">
                <a:avLst/>
              </a:prstGeom>
              <a:blipFill>
                <a:blip r:embed="rId3"/>
                <a:stretch>
                  <a:fillRect l="-1301" t="-8065" r="-1138" b="-241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8A1020E0-5D40-9981-FD71-6756833B8E9B}"/>
                  </a:ext>
                </a:extLst>
              </p:cNvPr>
              <p:cNvSpPr txBox="1"/>
              <p:nvPr/>
            </p:nvSpPr>
            <p:spPr>
              <a:xfrm>
                <a:off x="7468641" y="4693918"/>
                <a:ext cx="2851358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sub>
                      </m:sSub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sub>
                      </m:sSub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𝐬𝐢𝐧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𝝉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8A1020E0-5D40-9981-FD71-6756833B8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8641" y="4693918"/>
                <a:ext cx="2851358" cy="312650"/>
              </a:xfrm>
              <a:prstGeom prst="rect">
                <a:avLst/>
              </a:prstGeom>
              <a:blipFill>
                <a:blip r:embed="rId4"/>
                <a:stretch>
                  <a:fillRect l="-1282" b="-274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图片 26">
            <a:extLst>
              <a:ext uri="{FF2B5EF4-FFF2-40B4-BE49-F238E27FC236}">
                <a16:creationId xmlns:a16="http://schemas.microsoft.com/office/drawing/2014/main" id="{269B11BF-36FE-B487-CDC9-71FF7C0C6A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907" y="5178679"/>
            <a:ext cx="3473629" cy="36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054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09852FD-9C5F-01AE-792F-B5B665689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289" y="1081564"/>
            <a:ext cx="3900025" cy="563675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964B348-B208-B698-0905-64CF8612150D}"/>
              </a:ext>
            </a:extLst>
          </p:cNvPr>
          <p:cNvSpPr/>
          <p:nvPr/>
        </p:nvSpPr>
        <p:spPr>
          <a:xfrm>
            <a:off x="1037136" y="3626452"/>
            <a:ext cx="3900025" cy="52777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C1D14F3-5877-D973-C414-E179A8095E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6" t="45349" r="-1596" b="45363"/>
          <a:stretch/>
        </p:blipFill>
        <p:spPr>
          <a:xfrm>
            <a:off x="5902756" y="1456271"/>
            <a:ext cx="6062380" cy="813858"/>
          </a:xfrm>
          <a:prstGeom prst="rect">
            <a:avLst/>
          </a:prstGeom>
        </p:spPr>
      </p:pic>
      <p:sp>
        <p:nvSpPr>
          <p:cNvPr id="10" name="箭头: 右 9">
            <a:extLst>
              <a:ext uri="{FF2B5EF4-FFF2-40B4-BE49-F238E27FC236}">
                <a16:creationId xmlns:a16="http://schemas.microsoft.com/office/drawing/2014/main" id="{728F676F-614D-BEBD-483E-57811438A882}"/>
              </a:ext>
            </a:extLst>
          </p:cNvPr>
          <p:cNvSpPr/>
          <p:nvPr/>
        </p:nvSpPr>
        <p:spPr>
          <a:xfrm>
            <a:off x="4851314" y="1605536"/>
            <a:ext cx="782372" cy="5277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81CD9EC-EFFC-5D70-C61B-8D66A86B67D4}"/>
              </a:ext>
            </a:extLst>
          </p:cNvPr>
          <p:cNvSpPr txBox="1"/>
          <p:nvPr/>
        </p:nvSpPr>
        <p:spPr>
          <a:xfrm>
            <a:off x="1492545" y="365126"/>
            <a:ext cx="86731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HEOM-QUICK2 </a:t>
            </a:r>
            <a:r>
              <a:rPr lang="zh-CN" altLang="en-US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稳态计算输入文件介绍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B19C1F9-64AC-998C-D492-2E907BEFC63C}"/>
                  </a:ext>
                </a:extLst>
              </p:cNvPr>
              <p:cNvSpPr txBox="1"/>
              <p:nvPr/>
            </p:nvSpPr>
            <p:spPr>
              <a:xfrm>
                <a:off x="5749642" y="3068728"/>
                <a:ext cx="671190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𝚪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𝝂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𝜶</m:t>
                        </m:r>
                      </m:sub>
                    </m:sSub>
                  </m:oMath>
                </a14:m>
                <a:r>
                  <a:rPr lang="zh-CN" altLang="en-US" b="1" dirty="0"/>
                  <a:t>：第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𝝂</m:t>
                    </m:r>
                  </m:oMath>
                </a14:m>
                <a:r>
                  <a:rPr lang="zh-CN" altLang="en-US" b="1" dirty="0"/>
                  <a:t>个体系杂质中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zh-CN" altLang="en-US" b="1" dirty="0"/>
                  <a:t>自旋电子与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zh-CN" altLang="en-US" b="1" dirty="0"/>
                  <a:t>电子库的杂化强度，</a:t>
                </a:r>
                <a:endParaRPr lang="en-US" altLang="zh-CN" b="1" dirty="0"/>
              </a:p>
              <a:p>
                <a:r>
                  <a:rPr lang="en-US" altLang="zh-CN" b="1" dirty="0"/>
                  <a:t>         </a:t>
                </a:r>
                <a:r>
                  <a:rPr lang="zh-CN" altLang="en-US" b="1" dirty="0">
                    <a:solidFill>
                      <a:srgbClr val="C00000"/>
                    </a:solidFill>
                  </a:rPr>
                  <a:t>这里只考虑对角耦合，</a:t>
                </a:r>
                <a:endParaRPr lang="en-US" altLang="zh-CN" b="1" dirty="0">
                  <a:solidFill>
                    <a:srgbClr val="C00000"/>
                  </a:solidFill>
                </a:endParaRPr>
              </a:p>
              <a:p>
                <a:r>
                  <a:rPr lang="zh-CN" altLang="en-US" b="1" dirty="0">
                    <a:solidFill>
                      <a:srgbClr val="C00000"/>
                    </a:solidFill>
                  </a:rPr>
                  <a:t>         允许不同自旋电子与环境耦合强度不同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B19C1F9-64AC-998C-D492-2E907BEFC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642" y="3068728"/>
                <a:ext cx="6711902" cy="923330"/>
              </a:xfrm>
              <a:prstGeom prst="rect">
                <a:avLst/>
              </a:prstGeom>
              <a:blipFill>
                <a:blip r:embed="rId3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F8B921C-DE6F-745E-2312-00B61604E861}"/>
                  </a:ext>
                </a:extLst>
              </p:cNvPr>
              <p:cNvSpPr txBox="1"/>
              <p:nvPr/>
            </p:nvSpPr>
            <p:spPr>
              <a:xfrm>
                <a:off x="6224524" y="4082788"/>
                <a:ext cx="2202557" cy="3725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  <m:sSup>
                            <m:sSupPr>
                              <m:ctrlPr>
                                <a:rPr lang="en-US" altLang="zh-CN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=0 </m:t>
                      </m:r>
                      <m:d>
                        <m:dPr>
                          <m:ctrlPr>
                            <a:rPr lang="en-US" altLang="zh-CN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≠</m:t>
                          </m:r>
                          <m:sSup>
                            <m:sSupPr>
                              <m:ctrlPr>
                                <a:rPr lang="en-US" altLang="zh-CN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F8B921C-DE6F-745E-2312-00B61604E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4524" y="4082788"/>
                <a:ext cx="2202557" cy="3725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4401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09852FD-9C5F-01AE-792F-B5B665689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289" y="1081564"/>
            <a:ext cx="3900025" cy="563675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964B348-B208-B698-0905-64CF8612150D}"/>
              </a:ext>
            </a:extLst>
          </p:cNvPr>
          <p:cNvSpPr/>
          <p:nvPr/>
        </p:nvSpPr>
        <p:spPr>
          <a:xfrm>
            <a:off x="1037136" y="4161926"/>
            <a:ext cx="3900025" cy="121400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C1D14F3-5877-D973-C414-E179A8095E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32" t="54627" r="-932" b="23952"/>
          <a:stretch/>
        </p:blipFill>
        <p:spPr>
          <a:xfrm>
            <a:off x="5792345" y="1269775"/>
            <a:ext cx="6062380" cy="1877036"/>
          </a:xfrm>
          <a:prstGeom prst="rect">
            <a:avLst/>
          </a:prstGeom>
        </p:spPr>
      </p:pic>
      <p:sp>
        <p:nvSpPr>
          <p:cNvPr id="10" name="箭头: 右 9">
            <a:extLst>
              <a:ext uri="{FF2B5EF4-FFF2-40B4-BE49-F238E27FC236}">
                <a16:creationId xmlns:a16="http://schemas.microsoft.com/office/drawing/2014/main" id="{728F676F-614D-BEBD-483E-57811438A882}"/>
              </a:ext>
            </a:extLst>
          </p:cNvPr>
          <p:cNvSpPr/>
          <p:nvPr/>
        </p:nvSpPr>
        <p:spPr>
          <a:xfrm>
            <a:off x="4851314" y="1605536"/>
            <a:ext cx="782372" cy="5277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84C18D-E480-A6AE-4192-C773860C0702}"/>
              </a:ext>
            </a:extLst>
          </p:cNvPr>
          <p:cNvSpPr txBox="1"/>
          <p:nvPr/>
        </p:nvSpPr>
        <p:spPr>
          <a:xfrm>
            <a:off x="5856660" y="3351538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考虑施加于体系上的外磁场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B72C60B-101E-E818-ED6F-8C7B513C9035}"/>
                  </a:ext>
                </a:extLst>
              </p:cNvPr>
              <p:cNvSpPr txBox="1"/>
              <p:nvPr/>
            </p:nvSpPr>
            <p:spPr>
              <a:xfrm>
                <a:off x="6671073" y="3826008"/>
                <a:ext cx="2969403" cy="3597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𝐻</m:t>
                            </m:r>
                          </m:e>
                        </m:acc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𝑒𝑥𝑡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𝑔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𝜇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𝐵</m:t>
                        </m:r>
                      </m:sub>
                    </m:sSub>
                    <m:nary>
                      <m:naryPr>
                        <m:chr m:val="∑"/>
                        <m:supHide m:val="on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𝑦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𝑩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⋅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𝑺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zh-CN" altLang="en-US" sz="2000" dirty="0" err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B72C60B-101E-E818-ED6F-8C7B513C9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1073" y="3826008"/>
                <a:ext cx="2969403" cy="359714"/>
              </a:xfrm>
              <a:prstGeom prst="rect">
                <a:avLst/>
              </a:prstGeom>
              <a:blipFill>
                <a:blip r:embed="rId3"/>
                <a:stretch>
                  <a:fillRect l="-616" t="-145763" r="-12320" b="-206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4FFB470E-9EF5-A9AE-B3FC-F7F3E1129DDB}"/>
              </a:ext>
            </a:extLst>
          </p:cNvPr>
          <p:cNvSpPr txBox="1"/>
          <p:nvPr/>
        </p:nvSpPr>
        <p:spPr>
          <a:xfrm>
            <a:off x="7035355" y="6005420"/>
            <a:ext cx="3943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具体参见 </a:t>
            </a:r>
            <a:r>
              <a:rPr lang="en-US" altLang="zh-CN" b="1" dirty="0">
                <a:solidFill>
                  <a:srgbClr val="C00000"/>
                </a:solidFill>
              </a:rPr>
              <a:t>main/buildspin3d.f90 </a:t>
            </a:r>
            <a:r>
              <a:rPr lang="zh-CN" altLang="en-US" dirty="0"/>
              <a:t>文件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1F9C660-142C-6FDD-2D3F-66C4DC614FEF}"/>
              </a:ext>
            </a:extLst>
          </p:cNvPr>
          <p:cNvSpPr txBox="1"/>
          <p:nvPr/>
        </p:nvSpPr>
        <p:spPr>
          <a:xfrm>
            <a:off x="1492545" y="365126"/>
            <a:ext cx="86731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HEOM-QUICK2 </a:t>
            </a:r>
            <a:r>
              <a:rPr lang="zh-CN" altLang="en-US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稳态计算输入文件介绍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A739754-599E-776E-F338-EA4114B268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6836" y="4711682"/>
            <a:ext cx="2817879" cy="49143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7AE2DEA6-DF66-68C6-4AC5-5569C554A228}"/>
              </a:ext>
            </a:extLst>
          </p:cNvPr>
          <p:cNvSpPr txBox="1"/>
          <p:nvPr/>
        </p:nvSpPr>
        <p:spPr>
          <a:xfrm>
            <a:off x="5829113" y="435627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考虑磁各向异性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6B9B1921-6AF9-9967-405B-454C376D33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6549" y="5264403"/>
            <a:ext cx="4552514" cy="570273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FBD20E75-A93E-2EAD-0342-2CD9452B9D37}"/>
              </a:ext>
            </a:extLst>
          </p:cNvPr>
          <p:cNvSpPr txBox="1"/>
          <p:nvPr/>
        </p:nvSpPr>
        <p:spPr>
          <a:xfrm>
            <a:off x="8013785" y="6364460"/>
            <a:ext cx="2353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main/calchs.f90 </a:t>
            </a:r>
            <a:r>
              <a:rPr lang="zh-CN" altLang="en-US" dirty="0"/>
              <a:t>文件</a:t>
            </a:r>
          </a:p>
        </p:txBody>
      </p:sp>
    </p:spTree>
    <p:extLst>
      <p:ext uri="{BB962C8B-B14F-4D97-AF65-F5344CB8AC3E}">
        <p14:creationId xmlns:p14="http://schemas.microsoft.com/office/powerpoint/2010/main" val="2586806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09852FD-9C5F-01AE-792F-B5B665689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289" y="1081564"/>
            <a:ext cx="3900025" cy="563675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964B348-B208-B698-0905-64CF8612150D}"/>
              </a:ext>
            </a:extLst>
          </p:cNvPr>
          <p:cNvSpPr/>
          <p:nvPr/>
        </p:nvSpPr>
        <p:spPr>
          <a:xfrm>
            <a:off x="1037136" y="5363663"/>
            <a:ext cx="3900025" cy="71626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C1D14F3-5877-D973-C414-E179A8095E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9" t="75949" r="-179" b="11024"/>
          <a:stretch/>
        </p:blipFill>
        <p:spPr>
          <a:xfrm>
            <a:off x="5773881" y="1372493"/>
            <a:ext cx="6062380" cy="1141473"/>
          </a:xfrm>
          <a:prstGeom prst="rect">
            <a:avLst/>
          </a:prstGeom>
        </p:spPr>
      </p:pic>
      <p:sp>
        <p:nvSpPr>
          <p:cNvPr id="10" name="箭头: 右 9">
            <a:extLst>
              <a:ext uri="{FF2B5EF4-FFF2-40B4-BE49-F238E27FC236}">
                <a16:creationId xmlns:a16="http://schemas.microsoft.com/office/drawing/2014/main" id="{728F676F-614D-BEBD-483E-57811438A882}"/>
              </a:ext>
            </a:extLst>
          </p:cNvPr>
          <p:cNvSpPr/>
          <p:nvPr/>
        </p:nvSpPr>
        <p:spPr>
          <a:xfrm>
            <a:off x="4851314" y="1605536"/>
            <a:ext cx="782372" cy="5277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DB07EE2-7B3B-B37F-BC4B-0162700B3318}"/>
              </a:ext>
            </a:extLst>
          </p:cNvPr>
          <p:cNvSpPr txBox="1"/>
          <p:nvPr/>
        </p:nvSpPr>
        <p:spPr>
          <a:xfrm>
            <a:off x="1492545" y="365126"/>
            <a:ext cx="86731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HEOM-QUICK2 </a:t>
            </a:r>
            <a:r>
              <a:rPr lang="zh-CN" altLang="en-US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稳态计算输入文件介绍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E38EAC-9D0D-FD76-9C31-0EA88250F0FB}"/>
              </a:ext>
            </a:extLst>
          </p:cNvPr>
          <p:cNvSpPr txBox="1"/>
          <p:nvPr/>
        </p:nvSpPr>
        <p:spPr>
          <a:xfrm>
            <a:off x="5989627" y="3605370"/>
            <a:ext cx="3409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lsparse</a:t>
            </a:r>
            <a:r>
              <a:rPr lang="zh-CN" altLang="en-US" dirty="0"/>
              <a:t>：是否采用稀疏矩阵算法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D680C0-9A00-2BED-0E32-6FF5FB0F03C6}"/>
              </a:ext>
            </a:extLst>
          </p:cNvPr>
          <p:cNvSpPr txBox="1"/>
          <p:nvPr/>
        </p:nvSpPr>
        <p:spPr>
          <a:xfrm>
            <a:off x="5989627" y="3974702"/>
            <a:ext cx="3278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psfjob</a:t>
            </a:r>
            <a:r>
              <a:rPr lang="zh-CN" altLang="en-US" dirty="0"/>
              <a:t>：是否采用 </a:t>
            </a:r>
            <a:r>
              <a:rPr lang="en-US" altLang="zh-CN" dirty="0"/>
              <a:t>Prony</a:t>
            </a:r>
            <a:r>
              <a:rPr lang="zh-CN" altLang="en-US" dirty="0"/>
              <a:t>谱分解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8701BA-6587-7A3C-8E73-C51247CCB3BA}"/>
              </a:ext>
            </a:extLst>
          </p:cNvPr>
          <p:cNvSpPr txBox="1"/>
          <p:nvPr/>
        </p:nvSpPr>
        <p:spPr>
          <a:xfrm>
            <a:off x="5988274" y="4344034"/>
            <a:ext cx="5101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itype_psf</a:t>
            </a:r>
            <a:r>
              <a:rPr lang="zh-CN" altLang="en-US" dirty="0"/>
              <a:t>：预设在不同温度下的</a:t>
            </a:r>
            <a:r>
              <a:rPr lang="en-US" altLang="zh-CN" dirty="0"/>
              <a:t>Prony</a:t>
            </a:r>
            <a:r>
              <a:rPr lang="zh-CN" altLang="en-US" dirty="0"/>
              <a:t>谱分解结果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1A0BEF9-E2D0-3ED1-B5CB-36060B95D4CC}"/>
              </a:ext>
            </a:extLst>
          </p:cNvPr>
          <p:cNvSpPr txBox="1"/>
          <p:nvPr/>
        </p:nvSpPr>
        <p:spPr>
          <a:xfrm>
            <a:off x="6361601" y="4763796"/>
            <a:ext cx="4557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具体环境温度可参见 </a:t>
            </a:r>
            <a:r>
              <a:rPr lang="en-US" altLang="zh-CN" b="1" dirty="0">
                <a:solidFill>
                  <a:srgbClr val="C00000"/>
                </a:solidFill>
              </a:rPr>
              <a:t>readme/</a:t>
            </a:r>
            <a:r>
              <a:rPr lang="en-US" altLang="zh-CN" b="1" dirty="0" err="1">
                <a:solidFill>
                  <a:srgbClr val="C00000"/>
                </a:solidFill>
              </a:rPr>
              <a:t>itype_psf_list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430C074-82D6-453F-0E63-2BBAB1DE1F08}"/>
              </a:ext>
            </a:extLst>
          </p:cNvPr>
          <p:cNvSpPr txBox="1"/>
          <p:nvPr/>
        </p:nvSpPr>
        <p:spPr>
          <a:xfrm>
            <a:off x="7056097" y="5691076"/>
            <a:ext cx="3142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psdfff</a:t>
            </a:r>
            <a:r>
              <a:rPr lang="zh-CN" altLang="en-US" dirty="0"/>
              <a:t>：是否采用</a:t>
            </a:r>
            <a:r>
              <a:rPr lang="en-US" altLang="zh-CN" dirty="0"/>
              <a:t>Fano </a:t>
            </a:r>
            <a:r>
              <a:rPr lang="zh-CN" altLang="en-US" dirty="0"/>
              <a:t>谱分解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2E75CE1-7353-F6B1-D6C4-192C29D93140}"/>
              </a:ext>
            </a:extLst>
          </p:cNvPr>
          <p:cNvSpPr txBox="1"/>
          <p:nvPr/>
        </p:nvSpPr>
        <p:spPr>
          <a:xfrm>
            <a:off x="7056097" y="5284696"/>
            <a:ext cx="3924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psdjob</a:t>
            </a:r>
            <a:r>
              <a:rPr lang="zh-CN" altLang="en-US" dirty="0"/>
              <a:t>：是否采用</a:t>
            </a:r>
            <a:r>
              <a:rPr lang="en-US" altLang="zh-CN" dirty="0" err="1"/>
              <a:t>Padé</a:t>
            </a:r>
            <a:r>
              <a:rPr lang="en-US" altLang="zh-CN" dirty="0"/>
              <a:t> </a:t>
            </a:r>
            <a:r>
              <a:rPr lang="zh-CN" altLang="en-US" dirty="0"/>
              <a:t>谱分解 </a:t>
            </a:r>
            <a:r>
              <a:rPr lang="en-US" altLang="zh-CN" dirty="0"/>
              <a:t>(</a:t>
            </a:r>
            <a:r>
              <a:rPr lang="zh-CN" altLang="en-US" dirty="0"/>
              <a:t>默认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DA8EB01-5240-7563-9C00-99DD3E78FAC3}"/>
              </a:ext>
            </a:extLst>
          </p:cNvPr>
          <p:cNvSpPr txBox="1"/>
          <p:nvPr/>
        </p:nvSpPr>
        <p:spPr>
          <a:xfrm>
            <a:off x="7056097" y="6079926"/>
            <a:ext cx="50401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itype_fff</a:t>
            </a:r>
            <a:r>
              <a:rPr lang="zh-CN" altLang="en-US" dirty="0"/>
              <a:t>：预设在不同精度下的 </a:t>
            </a:r>
            <a:r>
              <a:rPr lang="en-US" altLang="zh-CN" dirty="0"/>
              <a:t>Fano </a:t>
            </a:r>
            <a:r>
              <a:rPr lang="zh-CN" altLang="en-US" dirty="0"/>
              <a:t>谱分解结果</a:t>
            </a:r>
            <a:endParaRPr lang="en-US" altLang="zh-CN" dirty="0"/>
          </a:p>
          <a:p>
            <a:r>
              <a:rPr lang="en-US" altLang="zh-CN" dirty="0"/>
              <a:t>	  </a:t>
            </a:r>
            <a:r>
              <a:rPr lang="en-US" altLang="zh-CN" dirty="0" err="1"/>
              <a:t>itype_fff</a:t>
            </a:r>
            <a:r>
              <a:rPr lang="en-US" altLang="zh-CN" dirty="0"/>
              <a:t> = 3 </a:t>
            </a:r>
            <a:r>
              <a:rPr lang="zh-CN" altLang="en-US" dirty="0"/>
              <a:t>精度最高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E3343A6-D75A-29B2-E1EC-28FA64D6E39D}"/>
              </a:ext>
            </a:extLst>
          </p:cNvPr>
          <p:cNvSpPr txBox="1"/>
          <p:nvPr/>
        </p:nvSpPr>
        <p:spPr>
          <a:xfrm>
            <a:off x="5430238" y="5341262"/>
            <a:ext cx="1625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其他常用参数</a:t>
            </a:r>
          </a:p>
        </p:txBody>
      </p:sp>
    </p:spTree>
    <p:extLst>
      <p:ext uri="{BB962C8B-B14F-4D97-AF65-F5344CB8AC3E}">
        <p14:creationId xmlns:p14="http://schemas.microsoft.com/office/powerpoint/2010/main" val="13187144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09852FD-9C5F-01AE-792F-B5B665689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289" y="1081564"/>
            <a:ext cx="3900025" cy="563675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964B348-B208-B698-0905-64CF8612150D}"/>
              </a:ext>
            </a:extLst>
          </p:cNvPr>
          <p:cNvSpPr/>
          <p:nvPr/>
        </p:nvSpPr>
        <p:spPr>
          <a:xfrm>
            <a:off x="1037136" y="6060408"/>
            <a:ext cx="3900025" cy="71626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C1D14F3-5877-D973-C414-E179A8095E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911" t="89373" r="911"/>
          <a:stretch/>
        </p:blipFill>
        <p:spPr>
          <a:xfrm>
            <a:off x="5720149" y="1446838"/>
            <a:ext cx="6062380" cy="931179"/>
          </a:xfrm>
          <a:prstGeom prst="rect">
            <a:avLst/>
          </a:prstGeom>
        </p:spPr>
      </p:pic>
      <p:sp>
        <p:nvSpPr>
          <p:cNvPr id="10" name="箭头: 右 9">
            <a:extLst>
              <a:ext uri="{FF2B5EF4-FFF2-40B4-BE49-F238E27FC236}">
                <a16:creationId xmlns:a16="http://schemas.microsoft.com/office/drawing/2014/main" id="{728F676F-614D-BEBD-483E-57811438A882}"/>
              </a:ext>
            </a:extLst>
          </p:cNvPr>
          <p:cNvSpPr/>
          <p:nvPr/>
        </p:nvSpPr>
        <p:spPr>
          <a:xfrm>
            <a:off x="4851314" y="1605536"/>
            <a:ext cx="782372" cy="5277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DB07EE2-7B3B-B37F-BC4B-0162700B3318}"/>
              </a:ext>
            </a:extLst>
          </p:cNvPr>
          <p:cNvSpPr txBox="1"/>
          <p:nvPr/>
        </p:nvSpPr>
        <p:spPr>
          <a:xfrm>
            <a:off x="1492545" y="365126"/>
            <a:ext cx="86731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HEOM-QUICK2 </a:t>
            </a:r>
            <a:r>
              <a:rPr lang="zh-CN" altLang="en-US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稳态计算输入文件介绍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E38EAC-9D0D-FD76-9C31-0EA88250F0FB}"/>
              </a:ext>
            </a:extLst>
          </p:cNvPr>
          <p:cNvSpPr txBox="1"/>
          <p:nvPr/>
        </p:nvSpPr>
        <p:spPr>
          <a:xfrm>
            <a:off x="5989627" y="3038068"/>
            <a:ext cx="4766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maxit0</a:t>
            </a:r>
            <a:r>
              <a:rPr lang="zh-CN" altLang="en-US" dirty="0"/>
              <a:t>：求解线性方程组迭代计算的最大步数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D680C0-9A00-2BED-0E32-6FF5FB0F03C6}"/>
              </a:ext>
            </a:extLst>
          </p:cNvPr>
          <p:cNvSpPr txBox="1"/>
          <p:nvPr/>
        </p:nvSpPr>
        <p:spPr>
          <a:xfrm>
            <a:off x="5989627" y="3429000"/>
            <a:ext cx="349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crit</a:t>
            </a:r>
            <a:r>
              <a:rPr lang="zh-CN" altLang="en-US" dirty="0"/>
              <a:t>：求解线性方程组的收敛精度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DA8EB01-5240-7563-9C00-99DD3E78FAC3}"/>
              </a:ext>
            </a:extLst>
          </p:cNvPr>
          <p:cNvSpPr txBox="1"/>
          <p:nvPr/>
        </p:nvSpPr>
        <p:spPr>
          <a:xfrm>
            <a:off x="6034487" y="3899941"/>
            <a:ext cx="3023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lad</a:t>
            </a:r>
            <a:r>
              <a:rPr lang="zh-CN" altLang="en-US" dirty="0"/>
              <a:t>：是否采用绝热截断方案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6771ED9-50AE-E093-EAA0-315B4EBB8AA3}"/>
                  </a:ext>
                </a:extLst>
              </p:cNvPr>
              <p:cNvSpPr txBox="1"/>
              <p:nvPr/>
            </p:nvSpPr>
            <p:spPr>
              <a:xfrm>
                <a:off x="7409802" y="2576403"/>
                <a:ext cx="185205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𝓛</m:t>
                      </m:r>
                      <m:sSup>
                        <m:sSupPr>
                          <m:ctrlPr>
                            <a:rPr lang="en-US" altLang="zh-CN" sz="2400" b="1" i="1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𝝆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st</m:t>
                          </m:r>
                        </m:sup>
                      </m:sSup>
                      <m:r>
                        <a:rPr lang="en-US" altLang="zh-CN" sz="24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4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𝒃</m:t>
                      </m:r>
                    </m:oMath>
                  </m:oMathPara>
                </a14:m>
                <a:endParaRPr lang="zh-CN" altLang="en-US" sz="2400" b="1" dirty="0">
                  <a:solidFill>
                    <a:srgbClr val="3333FF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6771ED9-50AE-E093-EAA0-315B4EBB8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9802" y="2576403"/>
                <a:ext cx="1852056" cy="461665"/>
              </a:xfrm>
              <a:prstGeom prst="rect">
                <a:avLst/>
              </a:prstGeom>
              <a:blipFill>
                <a:blip r:embed="rId3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93311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09852FD-9C5F-01AE-792F-B5B665689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289" y="1081564"/>
            <a:ext cx="3900025" cy="5636754"/>
          </a:xfrm>
          <a:prstGeom prst="rect">
            <a:avLst/>
          </a:prstGeom>
        </p:spPr>
      </p:pic>
      <p:sp>
        <p:nvSpPr>
          <p:cNvPr id="10" name="箭头: 右 9">
            <a:extLst>
              <a:ext uri="{FF2B5EF4-FFF2-40B4-BE49-F238E27FC236}">
                <a16:creationId xmlns:a16="http://schemas.microsoft.com/office/drawing/2014/main" id="{728F676F-614D-BEBD-483E-57811438A882}"/>
              </a:ext>
            </a:extLst>
          </p:cNvPr>
          <p:cNvSpPr/>
          <p:nvPr/>
        </p:nvSpPr>
        <p:spPr>
          <a:xfrm>
            <a:off x="4851314" y="1605536"/>
            <a:ext cx="782372" cy="5277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4140B57-29DB-EBF4-38AB-D1B65ADC3F58}"/>
              </a:ext>
            </a:extLst>
          </p:cNvPr>
          <p:cNvSpPr txBox="1"/>
          <p:nvPr/>
        </p:nvSpPr>
        <p:spPr>
          <a:xfrm>
            <a:off x="1492544" y="365126"/>
            <a:ext cx="94557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HEOM-QUICK2 </a:t>
            </a:r>
            <a:r>
              <a:rPr lang="zh-CN" altLang="en-US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稳态谱函数计算输入文件介绍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69570C8A-E024-4E87-75B9-B690FB967A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46405" y="1081564"/>
            <a:ext cx="3608981" cy="5636754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B161B35F-4466-535F-DED1-82FFBD16A946}"/>
              </a:ext>
            </a:extLst>
          </p:cNvPr>
          <p:cNvSpPr/>
          <p:nvPr/>
        </p:nvSpPr>
        <p:spPr>
          <a:xfrm>
            <a:off x="6068349" y="1032468"/>
            <a:ext cx="2946776" cy="18877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6DB632F-EB0B-4828-66DE-9095BC8E3059}"/>
              </a:ext>
            </a:extLst>
          </p:cNvPr>
          <p:cNvSpPr txBox="1"/>
          <p:nvPr/>
        </p:nvSpPr>
        <p:spPr>
          <a:xfrm>
            <a:off x="9371348" y="978437"/>
            <a:ext cx="2485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读取稳态结果</a:t>
            </a:r>
            <a:endParaRPr lang="en-US" altLang="zh-CN" b="1" dirty="0"/>
          </a:p>
          <a:p>
            <a:pPr algn="ctr"/>
            <a:r>
              <a:rPr lang="zh-CN" altLang="en-US" b="1" dirty="0"/>
              <a:t>计算谱函数等响应性质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24FDE8C-4725-501C-176E-AE2A020B9D06}"/>
              </a:ext>
            </a:extLst>
          </p:cNvPr>
          <p:cNvSpPr/>
          <p:nvPr/>
        </p:nvSpPr>
        <p:spPr>
          <a:xfrm>
            <a:off x="5846406" y="5897974"/>
            <a:ext cx="3168720" cy="51877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E29ED717-D697-EFE8-3047-7A3FD8F1C3EB}"/>
                  </a:ext>
                </a:extLst>
              </p:cNvPr>
              <p:cNvSpPr txBox="1"/>
              <p:nvPr/>
            </p:nvSpPr>
            <p:spPr>
              <a:xfrm>
                <a:off x="9403512" y="4995506"/>
                <a:ext cx="2453003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/>
                  <a:t>计算零频率的</a:t>
                </a:r>
                <a:endParaRPr lang="en-US" altLang="zh-CN" b="1" dirty="0"/>
              </a:p>
              <a:p>
                <a:pPr algn="ctr"/>
                <a:r>
                  <a:rPr lang="zh-CN" altLang="en-US" b="1" dirty="0"/>
                  <a:t>第一个体系杂质中上自旋电子的谱函数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↑</m:t>
                        </m:r>
                      </m:sub>
                    </m:sSub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zh-CN" altLang="en-US" b="1" dirty="0"/>
                  <a:t>，</a:t>
                </a:r>
                <a:endParaRPr lang="en-US" altLang="zh-CN" b="1" dirty="0"/>
              </a:p>
              <a:p>
                <a:pPr algn="ctr"/>
                <a:r>
                  <a:rPr lang="zh-CN" altLang="en-US" b="1" dirty="0"/>
                  <a:t>收敛精度为</a:t>
                </a:r>
                <a:r>
                  <a:rPr lang="en-US" altLang="zh-CN" b="1" dirty="0"/>
                  <a:t>1.0d-7</a:t>
                </a:r>
              </a:p>
              <a:p>
                <a:pPr algn="ctr"/>
                <a:r>
                  <a:rPr lang="zh-CN" altLang="en-US" b="1" dirty="0"/>
                  <a:t>迭代次数为</a:t>
                </a:r>
                <a:r>
                  <a:rPr lang="en-US" altLang="zh-CN" b="1" dirty="0"/>
                  <a:t>10000</a:t>
                </a:r>
                <a:r>
                  <a:rPr lang="zh-CN" altLang="en-US" b="1" dirty="0"/>
                  <a:t>次</a:t>
                </a: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E29ED717-D697-EFE8-3047-7A3FD8F1C3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3512" y="4995506"/>
                <a:ext cx="2453003" cy="1754326"/>
              </a:xfrm>
              <a:prstGeom prst="rect">
                <a:avLst/>
              </a:prstGeom>
              <a:blipFill>
                <a:blip r:embed="rId4"/>
                <a:stretch>
                  <a:fillRect t="-1736" b="-45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97477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09852FD-9C5F-01AE-792F-B5B665689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289" y="1081564"/>
            <a:ext cx="3900025" cy="563675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964B348-B208-B698-0905-64CF8612150D}"/>
              </a:ext>
            </a:extLst>
          </p:cNvPr>
          <p:cNvSpPr/>
          <p:nvPr/>
        </p:nvSpPr>
        <p:spPr>
          <a:xfrm>
            <a:off x="1037136" y="5363663"/>
            <a:ext cx="3900025" cy="136259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728F676F-614D-BEBD-483E-57811438A882}"/>
              </a:ext>
            </a:extLst>
          </p:cNvPr>
          <p:cNvSpPr/>
          <p:nvPr/>
        </p:nvSpPr>
        <p:spPr>
          <a:xfrm>
            <a:off x="4851314" y="1605536"/>
            <a:ext cx="782372" cy="5277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418FD8-B94B-28D2-5D75-056D4E841A83}"/>
              </a:ext>
            </a:extLst>
          </p:cNvPr>
          <p:cNvSpPr txBox="1"/>
          <p:nvPr/>
        </p:nvSpPr>
        <p:spPr>
          <a:xfrm>
            <a:off x="1805528" y="365126"/>
            <a:ext cx="86731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HEOM-QUICK2 </a:t>
            </a:r>
            <a:r>
              <a:rPr lang="zh-CN" altLang="en-US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演化计算输入文件介绍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3C2B259-E63F-1EF9-9245-5899D16C4D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2352" y="1081564"/>
            <a:ext cx="3695344" cy="5607651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DB37D840-7739-6424-17A7-349E18598720}"/>
              </a:ext>
            </a:extLst>
          </p:cNvPr>
          <p:cNvSpPr/>
          <p:nvPr/>
        </p:nvSpPr>
        <p:spPr>
          <a:xfrm>
            <a:off x="6123582" y="1020194"/>
            <a:ext cx="2946776" cy="18877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4C4764C-4781-CBF2-52D5-0210C6FC3FBA}"/>
              </a:ext>
            </a:extLst>
          </p:cNvPr>
          <p:cNvSpPr/>
          <p:nvPr/>
        </p:nvSpPr>
        <p:spPr>
          <a:xfrm>
            <a:off x="6166541" y="2074719"/>
            <a:ext cx="3247483" cy="18877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ECA79BF-7659-72A4-E05D-0B46BE8499CE}"/>
              </a:ext>
            </a:extLst>
          </p:cNvPr>
          <p:cNvSpPr txBox="1"/>
          <p:nvPr/>
        </p:nvSpPr>
        <p:spPr>
          <a:xfrm>
            <a:off x="9471580" y="1984441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改变电压，观察体系演化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61A0153-822E-D571-E3EC-4A752D78F78C}"/>
              </a:ext>
            </a:extLst>
          </p:cNvPr>
          <p:cNvSpPr txBox="1"/>
          <p:nvPr/>
        </p:nvSpPr>
        <p:spPr>
          <a:xfrm>
            <a:off x="4018112" y="985331"/>
            <a:ext cx="2340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稳态计算的结果</a:t>
            </a:r>
            <a:endParaRPr lang="en-US" altLang="zh-CN" b="1" dirty="0"/>
          </a:p>
          <a:p>
            <a:pPr algn="ctr"/>
            <a:r>
              <a:rPr lang="zh-CN" altLang="en-US" b="1" dirty="0"/>
              <a:t>作为初态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61E5E14-9DA2-62F9-4E37-D5E7C8CFD4A2}"/>
              </a:ext>
            </a:extLst>
          </p:cNvPr>
          <p:cNvSpPr/>
          <p:nvPr/>
        </p:nvSpPr>
        <p:spPr>
          <a:xfrm>
            <a:off x="6163138" y="6099511"/>
            <a:ext cx="3247483" cy="27905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92C4CEE-17D0-442E-9D19-A2C7FF6BD8C3}"/>
              </a:ext>
            </a:extLst>
          </p:cNvPr>
          <p:cNvSpPr txBox="1"/>
          <p:nvPr/>
        </p:nvSpPr>
        <p:spPr>
          <a:xfrm>
            <a:off x="9392836" y="5777373"/>
            <a:ext cx="27991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/>
              <a:t>每</a:t>
            </a:r>
            <a:r>
              <a:rPr lang="en-US" altLang="zh-CN" b="1" dirty="0"/>
              <a:t>’</a:t>
            </a:r>
            <a:r>
              <a:rPr lang="en-US" altLang="zh-CN" b="1" dirty="0" err="1"/>
              <a:t>nresume</a:t>
            </a:r>
            <a:r>
              <a:rPr lang="en-US" altLang="zh-CN" b="1" dirty="0"/>
              <a:t>’</a:t>
            </a:r>
            <a:r>
              <a:rPr lang="zh-CN" altLang="en-US" b="1" dirty="0"/>
              <a:t>步输出</a:t>
            </a:r>
            <a:endParaRPr lang="en-US" altLang="zh-CN" b="1" dirty="0"/>
          </a:p>
          <a:p>
            <a:pPr algn="ctr"/>
            <a:r>
              <a:rPr lang="en-US" altLang="zh-CN" b="1" dirty="0" err="1"/>
              <a:t>TAPE_xxxx.resume</a:t>
            </a:r>
            <a:r>
              <a:rPr lang="zh-CN" altLang="en-US" b="1" dirty="0"/>
              <a:t>文件，</a:t>
            </a:r>
            <a:endParaRPr lang="en-US" altLang="zh-CN" b="1" dirty="0"/>
          </a:p>
          <a:p>
            <a:pPr algn="ctr"/>
            <a:r>
              <a:rPr lang="zh-CN" altLang="en-US" b="1" dirty="0"/>
              <a:t>存储当时的</a:t>
            </a:r>
            <a:r>
              <a:rPr lang="en-US" altLang="zh-CN" b="1" dirty="0"/>
              <a:t>RDO</a:t>
            </a:r>
            <a:r>
              <a:rPr lang="zh-CN" altLang="en-US" b="1" dirty="0"/>
              <a:t>和</a:t>
            </a:r>
            <a:r>
              <a:rPr lang="en-US" altLang="zh-CN" b="1" dirty="0"/>
              <a:t>ADO</a:t>
            </a:r>
            <a:endParaRPr lang="zh-CN" altLang="en-US" b="1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6CE760A-B2D8-F051-2B94-8D626FC99B1B}"/>
              </a:ext>
            </a:extLst>
          </p:cNvPr>
          <p:cNvSpPr txBox="1"/>
          <p:nvPr/>
        </p:nvSpPr>
        <p:spPr>
          <a:xfrm>
            <a:off x="9663744" y="3647972"/>
            <a:ext cx="252825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如果需要从某一时刻</a:t>
            </a:r>
            <a:endParaRPr lang="en-US" altLang="zh-CN" b="1" dirty="0"/>
          </a:p>
          <a:p>
            <a:r>
              <a:rPr lang="zh-CN" altLang="en-US" b="1" dirty="0"/>
              <a:t>开始计算动力学</a:t>
            </a:r>
            <a:r>
              <a:rPr lang="en-US" altLang="zh-CN" b="1" dirty="0"/>
              <a:t>,</a:t>
            </a:r>
          </a:p>
          <a:p>
            <a:r>
              <a:rPr lang="zh-CN" altLang="en-US" b="1" dirty="0"/>
              <a:t>将</a:t>
            </a:r>
            <a:r>
              <a:rPr lang="en-US" altLang="zh-CN" b="1" dirty="0" err="1"/>
              <a:t>TAPE_xxxx.resume</a:t>
            </a:r>
            <a:endParaRPr lang="en-US" altLang="zh-CN" b="1" dirty="0"/>
          </a:p>
          <a:p>
            <a:r>
              <a:rPr lang="zh-CN" altLang="en-US" b="1" dirty="0"/>
              <a:t>重命名为</a:t>
            </a:r>
            <a:r>
              <a:rPr lang="en-US" altLang="zh-CN" b="1" dirty="0" err="1"/>
              <a:t>TAPE.resume</a:t>
            </a:r>
            <a:r>
              <a:rPr lang="en-US" altLang="zh-CN" b="1" dirty="0"/>
              <a:t>,</a:t>
            </a:r>
          </a:p>
          <a:p>
            <a:r>
              <a:rPr lang="zh-CN" altLang="en-US" b="1" dirty="0"/>
              <a:t>然后令</a:t>
            </a:r>
            <a:r>
              <a:rPr lang="en-US" altLang="zh-CN" b="1" dirty="0" err="1"/>
              <a:t>icount</a:t>
            </a:r>
            <a:r>
              <a:rPr lang="en-US" altLang="zh-CN" b="1" dirty="0"/>
              <a:t>=1</a:t>
            </a:r>
            <a:r>
              <a:rPr lang="zh-CN" altLang="en-US" b="1" dirty="0"/>
              <a:t>，</a:t>
            </a:r>
            <a:endParaRPr lang="en-US" altLang="zh-CN" b="1" dirty="0"/>
          </a:p>
          <a:p>
            <a:r>
              <a:rPr lang="zh-CN" altLang="en-US" b="1" dirty="0"/>
              <a:t>即读取</a:t>
            </a:r>
            <a:r>
              <a:rPr lang="en-US" altLang="zh-CN" b="1" dirty="0"/>
              <a:t>Tape</a:t>
            </a:r>
            <a:r>
              <a:rPr lang="zh-CN" altLang="en-US" b="1" dirty="0"/>
              <a:t>文件</a:t>
            </a:r>
            <a:endParaRPr lang="en-US" altLang="zh-CN" b="1" dirty="0"/>
          </a:p>
          <a:p>
            <a:r>
              <a:rPr lang="zh-CN" altLang="en-US" b="1" dirty="0"/>
              <a:t>存储的</a:t>
            </a:r>
            <a:r>
              <a:rPr lang="en-US" altLang="zh-CN" b="1" dirty="0"/>
              <a:t>RDO</a:t>
            </a:r>
            <a:r>
              <a:rPr lang="zh-CN" altLang="en-US" b="1" dirty="0"/>
              <a:t>和</a:t>
            </a:r>
            <a:r>
              <a:rPr lang="en-US" altLang="zh-CN" b="1" dirty="0"/>
              <a:t>ADO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7321124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09852FD-9C5F-01AE-792F-B5B6656892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6591" y="1081564"/>
            <a:ext cx="3719032" cy="563675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4140B57-29DB-EBF4-38AB-D1B65ADC3F58}"/>
              </a:ext>
            </a:extLst>
          </p:cNvPr>
          <p:cNvSpPr txBox="1"/>
          <p:nvPr/>
        </p:nvSpPr>
        <p:spPr>
          <a:xfrm>
            <a:off x="1406629" y="365126"/>
            <a:ext cx="96459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HEOM-QUICK2 </a:t>
            </a:r>
            <a:r>
              <a:rPr lang="zh-CN" altLang="en-US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含时谱函数计算输入文件介绍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8E5C8B72-CE3A-B5AF-0AEE-EFF8F16D6A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971" y="985331"/>
            <a:ext cx="3440272" cy="5789276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95C98C86-9783-14C3-796B-5382310538DD}"/>
              </a:ext>
            </a:extLst>
          </p:cNvPr>
          <p:cNvSpPr/>
          <p:nvPr/>
        </p:nvSpPr>
        <p:spPr>
          <a:xfrm>
            <a:off x="6096000" y="5998789"/>
            <a:ext cx="3574093" cy="51877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C62C9CA-1344-5BE7-CB81-C5DABE8D3BD7}"/>
              </a:ext>
            </a:extLst>
          </p:cNvPr>
          <p:cNvSpPr/>
          <p:nvPr/>
        </p:nvSpPr>
        <p:spPr>
          <a:xfrm>
            <a:off x="6158630" y="972934"/>
            <a:ext cx="2965559" cy="14852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B732E1F-24D9-19FD-D340-70563B27080E}"/>
              </a:ext>
            </a:extLst>
          </p:cNvPr>
          <p:cNvSpPr txBox="1"/>
          <p:nvPr/>
        </p:nvSpPr>
        <p:spPr>
          <a:xfrm>
            <a:off x="9512497" y="985331"/>
            <a:ext cx="23068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读取演化计算某一时刻的</a:t>
            </a:r>
            <a:r>
              <a:rPr lang="en-US" altLang="zh-CN" b="1" dirty="0"/>
              <a:t>tape</a:t>
            </a:r>
            <a:r>
              <a:rPr lang="zh-CN" altLang="en-US" b="1" dirty="0"/>
              <a:t>文件计算谱函数等响应性质</a:t>
            </a:r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5829FF1D-7B23-8930-C6E7-9E5428310860}"/>
              </a:ext>
            </a:extLst>
          </p:cNvPr>
          <p:cNvSpPr/>
          <p:nvPr/>
        </p:nvSpPr>
        <p:spPr>
          <a:xfrm>
            <a:off x="4851314" y="1605536"/>
            <a:ext cx="782372" cy="5277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EE06AEE-FFE3-DDF0-CF47-14EC899EAD47}"/>
              </a:ext>
            </a:extLst>
          </p:cNvPr>
          <p:cNvSpPr txBox="1"/>
          <p:nvPr/>
        </p:nvSpPr>
        <p:spPr>
          <a:xfrm>
            <a:off x="9439414" y="1908661"/>
            <a:ext cx="24530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(</a:t>
            </a:r>
            <a:r>
              <a:rPr lang="zh-CN" altLang="en-US" b="1" dirty="0"/>
              <a:t>将</a:t>
            </a:r>
            <a:r>
              <a:rPr lang="en-US" altLang="zh-CN" b="1" dirty="0" err="1"/>
              <a:t>TAPE_xxxx.resume</a:t>
            </a:r>
            <a:r>
              <a:rPr lang="zh-CN" altLang="en-US" b="1" dirty="0"/>
              <a:t>重命名为</a:t>
            </a:r>
            <a:r>
              <a:rPr lang="en-US" altLang="zh-CN" b="1" dirty="0" err="1"/>
              <a:t>TAPE.resume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A20AC23-0D70-9D90-4334-BA7929FD4BD3}"/>
                  </a:ext>
                </a:extLst>
              </p:cNvPr>
              <p:cNvSpPr txBox="1"/>
              <p:nvPr/>
            </p:nvSpPr>
            <p:spPr>
              <a:xfrm>
                <a:off x="9606179" y="4995506"/>
                <a:ext cx="2453003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/>
                  <a:t>计算零频率的</a:t>
                </a:r>
                <a:endParaRPr lang="en-US" altLang="zh-CN" b="1" dirty="0"/>
              </a:p>
              <a:p>
                <a:pPr algn="ctr"/>
                <a:r>
                  <a:rPr lang="zh-CN" altLang="en-US" b="1" dirty="0"/>
                  <a:t>第一个体系杂质中上自旋电子的谱函数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↑</m:t>
                        </m:r>
                      </m:sub>
                    </m:sSub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zh-CN" altLang="en-US" b="1" dirty="0"/>
                  <a:t>，</a:t>
                </a:r>
                <a:endParaRPr lang="en-US" altLang="zh-CN" b="1" dirty="0"/>
              </a:p>
              <a:p>
                <a:pPr algn="ctr"/>
                <a:r>
                  <a:rPr lang="zh-CN" altLang="en-US" b="1" dirty="0"/>
                  <a:t>收敛精度为</a:t>
                </a:r>
                <a:r>
                  <a:rPr lang="en-US" altLang="zh-CN" b="1" dirty="0"/>
                  <a:t>1.0d-7</a:t>
                </a:r>
              </a:p>
              <a:p>
                <a:pPr algn="ctr"/>
                <a:r>
                  <a:rPr lang="zh-CN" altLang="en-US" b="1" dirty="0"/>
                  <a:t>迭代次数为</a:t>
                </a:r>
                <a:r>
                  <a:rPr lang="en-US" altLang="zh-CN" b="1" dirty="0"/>
                  <a:t>10000</a:t>
                </a:r>
                <a:r>
                  <a:rPr lang="zh-CN" altLang="en-US" b="1" dirty="0"/>
                  <a:t>次</a:t>
                </a: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A20AC23-0D70-9D90-4334-BA7929FD4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6179" y="4995506"/>
                <a:ext cx="2453003" cy="1754326"/>
              </a:xfrm>
              <a:prstGeom prst="rect">
                <a:avLst/>
              </a:prstGeom>
              <a:blipFill>
                <a:blip r:embed="rId4"/>
                <a:stretch>
                  <a:fillRect t="-1736" b="-45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2771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2562</Words>
  <Application>Microsoft Office PowerPoint</Application>
  <PresentationFormat>宽屏</PresentationFormat>
  <Paragraphs>402</Paragraphs>
  <Slides>42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1" baseType="lpstr">
      <vt:lpstr>等线</vt:lpstr>
      <vt:lpstr>等线 Light</vt:lpstr>
      <vt:lpstr>方正黑体简体</vt:lpstr>
      <vt:lpstr>微软雅黑</vt:lpstr>
      <vt:lpstr>Arial</vt:lpstr>
      <vt:lpstr>Calibri</vt:lpstr>
      <vt:lpstr>Calibri Light</vt:lpstr>
      <vt:lpstr>Cambria Math</vt:lpstr>
      <vt:lpstr>Office 主题​​</vt:lpstr>
      <vt:lpstr>HEOM-QUICK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daochi zhang</dc:creator>
  <cp:lastModifiedBy>daochi zhang</cp:lastModifiedBy>
  <cp:revision>32</cp:revision>
  <dcterms:created xsi:type="dcterms:W3CDTF">2023-08-23T13:09:31Z</dcterms:created>
  <dcterms:modified xsi:type="dcterms:W3CDTF">2023-12-31T08:03:16Z</dcterms:modified>
</cp:coreProperties>
</file>